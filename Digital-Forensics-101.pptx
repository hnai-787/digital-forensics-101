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429ed3805e4039" /><Relationship Type="http://schemas.openxmlformats.org/officeDocument/2006/relationships/extended-properties" Target="/docProps/app.xml" Id="R99b8949c0d0446be" /><Relationship Type="http://schemas.openxmlformats.org/officeDocument/2006/relationships/officeDocument" Target="/ppt/presentation.xml" Id="R85dfdf99bd2849af" /></Relationships>
</file>

<file path=ppt/presentation.xml><?xml version="1.0" encoding="utf-8"?>
<p:presentation xmlns:p="http://schemas.openxmlformats.org/presentationml/2006/main">
  <p:sldMasterIdLst>
    <p:sldMasterId xmlns:r="http://schemas.openxmlformats.org/officeDocument/2006/relationships" id="2147483648" r:id="Rc5cfc15ffdd64be9"/>
  </p:sldMasterIdLst>
  <p:notesMasterIdLst>
    <p:notesMasterId xmlns:r="http://schemas.openxmlformats.org/officeDocument/2006/relationships" r:id="R4010d1df4ae5423b"/>
  </p:notesMasterIdLst>
  <p:sldIdLst>
    <p:sldId xmlns:r="http://schemas.openxmlformats.org/officeDocument/2006/relationships" id="256" r:id="R4ec065f04d7049cd"/>
    <p:sldId xmlns:r="http://schemas.openxmlformats.org/officeDocument/2006/relationships" id="257" r:id="R6652b92d69044b43"/>
    <p:sldId xmlns:r="http://schemas.openxmlformats.org/officeDocument/2006/relationships" id="258" r:id="R814477ff376b4b4c"/>
    <p:sldId xmlns:r="http://schemas.openxmlformats.org/officeDocument/2006/relationships" id="259" r:id="R099984c933b644f3"/>
    <p:sldId xmlns:r="http://schemas.openxmlformats.org/officeDocument/2006/relationships" id="260" r:id="R69a43adf7c6f49b8"/>
    <p:sldId xmlns:r="http://schemas.openxmlformats.org/officeDocument/2006/relationships" id="261" r:id="R115dfeb6488e49e3"/>
    <p:sldId xmlns:r="http://schemas.openxmlformats.org/officeDocument/2006/relationships" id="262" r:id="R846181bcee4a4ca9"/>
    <p:sldId xmlns:r="http://schemas.openxmlformats.org/officeDocument/2006/relationships" id="263" r:id="R7301576157344ab9"/>
    <p:sldId xmlns:r="http://schemas.openxmlformats.org/officeDocument/2006/relationships" id="264" r:id="R8f9b8ed9fda244a5"/>
    <p:sldId xmlns:r="http://schemas.openxmlformats.org/officeDocument/2006/relationships" id="265" r:id="Re96a2a638bdd4342"/>
    <p:sldId xmlns:r="http://schemas.openxmlformats.org/officeDocument/2006/relationships" id="266" r:id="R587ba971a1ba40db"/>
    <p:sldId xmlns:r="http://schemas.openxmlformats.org/officeDocument/2006/relationships" id="267" r:id="R572d69ba0df2483c"/>
    <p:sldId xmlns:r="http://schemas.openxmlformats.org/officeDocument/2006/relationships" id="268" r:id="R696ea95790f84543"/>
    <p:sldId xmlns:r="http://schemas.openxmlformats.org/officeDocument/2006/relationships" id="269" r:id="Rafe9c0dc6bd047bb"/>
    <p:sldId xmlns:r="http://schemas.openxmlformats.org/officeDocument/2006/relationships" id="270" r:id="Rd9cc7c4e78844e15"/>
    <p:sldId xmlns:r="http://schemas.openxmlformats.org/officeDocument/2006/relationships" id="271" r:id="R1abaec11ea8a4b64"/>
    <p:sldId xmlns:r="http://schemas.openxmlformats.org/officeDocument/2006/relationships" id="272" r:id="R211c20714f684013"/>
    <p:sldId xmlns:r="http://schemas.openxmlformats.org/officeDocument/2006/relationships" id="273" r:id="Rf1e7d797b33746b2"/>
    <p:sldId xmlns:r="http://schemas.openxmlformats.org/officeDocument/2006/relationships" id="274" r:id="R09ecf499b5f04f69"/>
    <p:sldId xmlns:r="http://schemas.openxmlformats.org/officeDocument/2006/relationships" id="275" r:id="R12a7ffcc6e624124"/>
    <p:sldId xmlns:r="http://schemas.openxmlformats.org/officeDocument/2006/relationships" id="276" r:id="R3b51b969909441d1"/>
    <p:sldId xmlns:r="http://schemas.openxmlformats.org/officeDocument/2006/relationships" id="277" r:id="R69de6bf843a74396"/>
    <p:sldId xmlns:r="http://schemas.openxmlformats.org/officeDocument/2006/relationships" id="278" r:id="R0bdeeffea87149f4"/>
    <p:sldId xmlns:r="http://schemas.openxmlformats.org/officeDocument/2006/relationships" id="279" r:id="R915ce5a317954989"/>
    <p:sldId xmlns:r="http://schemas.openxmlformats.org/officeDocument/2006/relationships" id="280" r:id="Redd5745591924fa9"/>
    <p:sldId xmlns:r="http://schemas.openxmlformats.org/officeDocument/2006/relationships" id="281" r:id="R1883a213838340c3"/>
    <p:sldId xmlns:r="http://schemas.openxmlformats.org/officeDocument/2006/relationships" id="282" r:id="Re3a604b9b6c64960"/>
    <p:sldId xmlns:r="http://schemas.openxmlformats.org/officeDocument/2006/relationships" id="283" r:id="Ra4a959c16350442b"/>
    <p:sldId xmlns:r="http://schemas.openxmlformats.org/officeDocument/2006/relationships" id="284" r:id="R958bd2523bf5462c"/>
    <p:sldId xmlns:r="http://schemas.openxmlformats.org/officeDocument/2006/relationships" id="285" r:id="Rc9f67018163b409b"/>
    <p:sldId xmlns:r="http://schemas.openxmlformats.org/officeDocument/2006/relationships" id="286" r:id="Rc8e0c33bff004068"/>
    <p:sldId xmlns:r="http://schemas.openxmlformats.org/officeDocument/2006/relationships" id="287" r:id="Rb1dcf900886c49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37fb2c96e87430e" /><Relationship Type="http://schemas.openxmlformats.org/officeDocument/2006/relationships/slideMaster" Target="/ppt/slideMasters/slideMaster1.xml" Id="Rc5cfc15ffdd64be9" /><Relationship Type="http://schemas.openxmlformats.org/officeDocument/2006/relationships/notesMaster" Target="/ppt/notesMasters/notesMaster1.xml" Id="R4010d1df4ae5423b" /><Relationship Type="http://schemas.openxmlformats.org/officeDocument/2006/relationships/presProps" Target="/ppt/presProps.xml" Id="R237899444c024c50" /><Relationship Type="http://schemas.openxmlformats.org/officeDocument/2006/relationships/viewProps" Target="/ppt/viewProps.xml" Id="R62c3ee4b483347d4" /><Relationship Type="http://schemas.openxmlformats.org/officeDocument/2006/relationships/tableStyles" Target="/ppt/tableStyles.xml" Id="Re082386d6ba64af3" /><Relationship Type="http://schemas.openxmlformats.org/officeDocument/2006/relationships/slide" Target="/ppt/slides/slide1.xml" Id="R4ec065f04d7049cd" /><Relationship Type="http://schemas.openxmlformats.org/officeDocument/2006/relationships/slide" Target="/ppt/slides/slide2.xml" Id="R6652b92d69044b43" /><Relationship Type="http://schemas.openxmlformats.org/officeDocument/2006/relationships/slide" Target="/ppt/slides/slide3.xml" Id="R814477ff376b4b4c" /><Relationship Type="http://schemas.openxmlformats.org/officeDocument/2006/relationships/slide" Target="/ppt/slides/slide4.xml" Id="R099984c933b644f3" /><Relationship Type="http://schemas.openxmlformats.org/officeDocument/2006/relationships/slide" Target="/ppt/slides/slide5.xml" Id="R69a43adf7c6f49b8" /><Relationship Type="http://schemas.openxmlformats.org/officeDocument/2006/relationships/slide" Target="/ppt/slides/slide6.xml" Id="R115dfeb6488e49e3" /><Relationship Type="http://schemas.openxmlformats.org/officeDocument/2006/relationships/slide" Target="/ppt/slides/slide7.xml" Id="R846181bcee4a4ca9" /><Relationship Type="http://schemas.openxmlformats.org/officeDocument/2006/relationships/slide" Target="/ppt/slides/slide8.xml" Id="R7301576157344ab9" /><Relationship Type="http://schemas.openxmlformats.org/officeDocument/2006/relationships/slide" Target="/ppt/slides/slide9.xml" Id="R8f9b8ed9fda244a5" /><Relationship Type="http://schemas.openxmlformats.org/officeDocument/2006/relationships/slide" Target="/ppt/slides/slide10.xml" Id="Re96a2a638bdd4342" /><Relationship Type="http://schemas.openxmlformats.org/officeDocument/2006/relationships/slide" Target="/ppt/slides/slide11.xml" Id="R587ba971a1ba40db" /><Relationship Type="http://schemas.openxmlformats.org/officeDocument/2006/relationships/slide" Target="/ppt/slides/slide12.xml" Id="R572d69ba0df2483c" /><Relationship Type="http://schemas.openxmlformats.org/officeDocument/2006/relationships/slide" Target="/ppt/slides/slide13.xml" Id="R696ea95790f84543" /><Relationship Type="http://schemas.openxmlformats.org/officeDocument/2006/relationships/slide" Target="/ppt/slides/slide14.xml" Id="Rafe9c0dc6bd047bb" /><Relationship Type="http://schemas.openxmlformats.org/officeDocument/2006/relationships/slide" Target="/ppt/slides/slide15.xml" Id="Rd9cc7c4e78844e15" /><Relationship Type="http://schemas.openxmlformats.org/officeDocument/2006/relationships/slide" Target="/ppt/slides/slide16.xml" Id="R1abaec11ea8a4b64" /><Relationship Type="http://schemas.openxmlformats.org/officeDocument/2006/relationships/slide" Target="/ppt/slides/slide17.xml" Id="R211c20714f684013" /><Relationship Type="http://schemas.openxmlformats.org/officeDocument/2006/relationships/slide" Target="/ppt/slides/slide18.xml" Id="Rf1e7d797b33746b2" /><Relationship Type="http://schemas.openxmlformats.org/officeDocument/2006/relationships/slide" Target="/ppt/slides/slide19.xml" Id="R09ecf499b5f04f69" /><Relationship Type="http://schemas.openxmlformats.org/officeDocument/2006/relationships/slide" Target="/ppt/slides/slide20.xml" Id="R12a7ffcc6e624124" /><Relationship Type="http://schemas.openxmlformats.org/officeDocument/2006/relationships/slide" Target="/ppt/slides/slide21.xml" Id="R3b51b969909441d1" /><Relationship Type="http://schemas.openxmlformats.org/officeDocument/2006/relationships/slide" Target="/ppt/slides/slide22.xml" Id="R69de6bf843a74396" /><Relationship Type="http://schemas.openxmlformats.org/officeDocument/2006/relationships/slide" Target="/ppt/slides/slide23.xml" Id="R0bdeeffea87149f4" /><Relationship Type="http://schemas.openxmlformats.org/officeDocument/2006/relationships/slide" Target="/ppt/slides/slide24.xml" Id="R915ce5a317954989" /><Relationship Type="http://schemas.openxmlformats.org/officeDocument/2006/relationships/slide" Target="/ppt/slides/slide25.xml" Id="Redd5745591924fa9" /><Relationship Type="http://schemas.openxmlformats.org/officeDocument/2006/relationships/slide" Target="/ppt/slides/slide26.xml" Id="R1883a213838340c3" /><Relationship Type="http://schemas.openxmlformats.org/officeDocument/2006/relationships/slide" Target="/ppt/slides/slide27.xml" Id="Re3a604b9b6c64960" /><Relationship Type="http://schemas.openxmlformats.org/officeDocument/2006/relationships/slide" Target="/ppt/slides/slide28.xml" Id="Ra4a959c16350442b" /><Relationship Type="http://schemas.openxmlformats.org/officeDocument/2006/relationships/slide" Target="/ppt/slides/slide29.xml" Id="R958bd2523bf5462c" /><Relationship Type="http://schemas.openxmlformats.org/officeDocument/2006/relationships/slide" Target="/ppt/slides/slide30.xml" Id="Rc9f67018163b409b" /><Relationship Type="http://schemas.openxmlformats.org/officeDocument/2006/relationships/slide" Target="/ppt/slides/slide31.xml" Id="Rc8e0c33bff004068" /><Relationship Type="http://schemas.openxmlformats.org/officeDocument/2006/relationships/slide" Target="/ppt/slides/slide32.xml" Id="Rb1dcf900886c49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7f4efae8044d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f79b1d7aaa4ee8" /><Relationship Type="http://schemas.openxmlformats.org/officeDocument/2006/relationships/notesMaster" Target="/ppt/notesMasters/notesMaster1.xml" Id="R8acb4ee1f78741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6df57e2f6f4c43" /><Relationship Type="http://schemas.openxmlformats.org/officeDocument/2006/relationships/notesMaster" Target="/ppt/notesMasters/notesMaster1.xml" Id="R6c9f30ab44ea49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29831c1b6c4699" /><Relationship Type="http://schemas.openxmlformats.org/officeDocument/2006/relationships/notesMaster" Target="/ppt/notesMasters/notesMaster1.xml" Id="R9e311a7eda204b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16aa2138e54353" /><Relationship Type="http://schemas.openxmlformats.org/officeDocument/2006/relationships/notesMaster" Target="/ppt/notesMasters/notesMaster1.xml" Id="R4dccb75c2d9047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cb1668f44346fe" /><Relationship Type="http://schemas.openxmlformats.org/officeDocument/2006/relationships/notesMaster" Target="/ppt/notesMasters/notesMaster1.xml" Id="R332cb62c876b45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dae07e598b4e50" /><Relationship Type="http://schemas.openxmlformats.org/officeDocument/2006/relationships/notesMaster" Target="/ppt/notesMasters/notesMaster1.xml" Id="R1cff9c2cfb9849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e8528c93104547" /><Relationship Type="http://schemas.openxmlformats.org/officeDocument/2006/relationships/notesMaster" Target="/ppt/notesMasters/notesMaster1.xml" Id="Rbc542984f5d846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c28368d60b4a68" /><Relationship Type="http://schemas.openxmlformats.org/officeDocument/2006/relationships/notesMaster" Target="/ppt/notesMasters/notesMaster1.xml" Id="R51217d1acefd4f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220036bcda47d9" /><Relationship Type="http://schemas.openxmlformats.org/officeDocument/2006/relationships/notesMaster" Target="/ppt/notesMasters/notesMaster1.xml" Id="R64aaed96136248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291ea3bd8b434f" /><Relationship Type="http://schemas.openxmlformats.org/officeDocument/2006/relationships/notesMaster" Target="/ppt/notesMasters/notesMaster1.xml" Id="R96bdbd2289df42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a84104348448b2" /><Relationship Type="http://schemas.openxmlformats.org/officeDocument/2006/relationships/notesMaster" Target="/ppt/notesMasters/notesMaster1.xml" Id="R2375da7b50f14d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d2f6f734b14304" /><Relationship Type="http://schemas.openxmlformats.org/officeDocument/2006/relationships/notesMaster" Target="/ppt/notesMasters/notesMaster1.xml" Id="R2a9292d26edb4b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365674032c440a" /><Relationship Type="http://schemas.openxmlformats.org/officeDocument/2006/relationships/notesMaster" Target="/ppt/notesMasters/notesMaster1.xml" Id="Rf2d4780b0e14460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dc92b31a8e4002" /><Relationship Type="http://schemas.openxmlformats.org/officeDocument/2006/relationships/notesMaster" Target="/ppt/notesMasters/notesMaster1.xml" Id="Rb95986dbd0074ef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ca2e0df76ce4320" /><Relationship Type="http://schemas.openxmlformats.org/officeDocument/2006/relationships/notesMaster" Target="/ppt/notesMasters/notesMaster1.xml" Id="R6fd683e309494c0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072af5fc0747b6" /><Relationship Type="http://schemas.openxmlformats.org/officeDocument/2006/relationships/notesMaster" Target="/ppt/notesMasters/notesMaster1.xml" Id="Reb8b40100cee41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a433a4db3db499a" /><Relationship Type="http://schemas.openxmlformats.org/officeDocument/2006/relationships/notesMaster" Target="/ppt/notesMasters/notesMaster1.xml" Id="R4ec9259dc8bf4f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7165bb31204ba0" /><Relationship Type="http://schemas.openxmlformats.org/officeDocument/2006/relationships/notesMaster" Target="/ppt/notesMasters/notesMaster1.xml" Id="Rd931e9d1deab4a5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f6ef3247d184533" /><Relationship Type="http://schemas.openxmlformats.org/officeDocument/2006/relationships/notesMaster" Target="/ppt/notesMasters/notesMaster1.xml" Id="Rd8d7a175f1e5470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a284b3ed2934b80" /><Relationship Type="http://schemas.openxmlformats.org/officeDocument/2006/relationships/notesMaster" Target="/ppt/notesMasters/notesMaster1.xml" Id="R289e82101949497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c16dfbc0dfc4cb3" /><Relationship Type="http://schemas.openxmlformats.org/officeDocument/2006/relationships/notesMaster" Target="/ppt/notesMasters/notesMaster1.xml" Id="Rbfbeb63d268f4c6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188817212274edd" /><Relationship Type="http://schemas.openxmlformats.org/officeDocument/2006/relationships/notesMaster" Target="/ppt/notesMasters/notesMaster1.xml" Id="R56919c06ea35449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f855e43003e47ff" /><Relationship Type="http://schemas.openxmlformats.org/officeDocument/2006/relationships/notesMaster" Target="/ppt/notesMasters/notesMaster1.xml" Id="Rb0aab8125ea14a2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847b328e1e0418a" /><Relationship Type="http://schemas.openxmlformats.org/officeDocument/2006/relationships/notesMaster" Target="/ppt/notesMasters/notesMaster1.xml" Id="Rbf2dff2d12964b2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d6284487f8a41c6" /><Relationship Type="http://schemas.openxmlformats.org/officeDocument/2006/relationships/notesMaster" Target="/ppt/notesMasters/notesMaster1.xml" Id="Rb76e91f9ebf54f8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d6a0f1b024d49fe" /><Relationship Type="http://schemas.openxmlformats.org/officeDocument/2006/relationships/notesMaster" Target="/ppt/notesMasters/notesMaster1.xml" Id="Rddc13781bc87437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68fea5d672047e8" /><Relationship Type="http://schemas.openxmlformats.org/officeDocument/2006/relationships/notesMaster" Target="/ppt/notesMasters/notesMaster1.xml" Id="R24ce207ba410406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4484f88ce244cff" /><Relationship Type="http://schemas.openxmlformats.org/officeDocument/2006/relationships/notesMaster" Target="/ppt/notesMasters/notesMaster1.xml" Id="Rfdef25b42b6b478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fb8da4c119b48ed" /><Relationship Type="http://schemas.openxmlformats.org/officeDocument/2006/relationships/notesMaster" Target="/ppt/notesMasters/notesMaster1.xml" Id="R0c6dc9ea1c5f4a6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e34b3891fc14cf8" /><Relationship Type="http://schemas.openxmlformats.org/officeDocument/2006/relationships/notesMaster" Target="/ppt/notesMasters/notesMaster1.xml" Id="R6a06937cc1334f3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c57aa5f4d434959" /><Relationship Type="http://schemas.openxmlformats.org/officeDocument/2006/relationships/notesMaster" Target="/ppt/notesMasters/notesMaster1.xml" Id="Rd88bd2a4fff6490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f6eafda63ec4c75" /><Relationship Type="http://schemas.openxmlformats.org/officeDocument/2006/relationships/notesMaster" Target="/ppt/notesMasters/notesMaster1.xml" Id="Reba837cb1dc142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Introduce yourself briefly and truthfully. Say: You already use the devices in this picture. Today we will see what traces ordinary actions can leave and how to explain what those traces support. No coding, handout, laptop or prior security knowledge is needed. Ask students to answer aloud or discuss with a neighbour. Every exercise and its answer appears on screen.</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who sent a message or downloaded something today? Point to the devices. Take two examples from the room without requesting private data. Say: a browser may keep a visit record; an app may keep a message record. A trace can be on a device or in a service. Whether it remains depends on settings and retention. These are possibilities, not a promise that everything is permanently recorded.</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one invented record: a file opened at 09:02. Ask what question it might help answer. Then introduce artifact: a digital trace, such as this record. Digital forensics means examining digital information to answer questions about events while preserving its integrity. Ask whether this single record names the person who opened the file. It does not. Explain that investigators compare records and context; they do not simply trust the first clue.</a:t>
            </a:r>
          </a:p>
          <a:p xmlns:a="http://schemas.openxmlformats.org/drawingml/2006/main">
            <a:endParaRPr/>
          </a:p>
          <a:p xmlns:a="http://schemas.openxmlformats.org/drawingml/2006/main">
            <a:r>
              <a:t>Sources:</a:t>
            </a:r>
          </a:p>
          <a:p xmlns:a="http://schemas.openxmlformats.org/drawingml/2006/main">
            <a:r>
              <a:t>https://csrc.nist.gov/pubs/sp/800/86/final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each recognizable object before naming its branch. Laptop: computer evidence. Phone: mobile evidence. Router: network communication. RAM module: working memory. Hosted servers: cloud activity. Database symbol: organized records. Explain database as a structured table of information. The drawings are conceptual symbols. An event can involve several branches; students need the questions, not a rigid classification system.</a:t>
            </a:r>
          </a:p>
          <a:p xmlns:a="http://schemas.openxmlformats.org/drawingml/2006/main">
            <a:endParaRPr/>
          </a:p>
          <a:p xmlns:a="http://schemas.openxmlformats.org/drawingml/2006/main">
            <a:r>
              <a:t>Sources:</a:t>
            </a:r>
          </a:p>
          <a:p xmlns:a="http://schemas.openxmlformats.org/drawingml/2006/main">
            <a:r>
              <a:t>https://github.com/mikeroyal/Digital-Forensics-Guide</a:t>
            </a:r>
          </a:p>
          <a:p xmlns:a="http://schemas.openxmlformats.org/drawingml/2006/main">
            <a:r>
              <a:t>https://csrc.nist.gov/pubs/sp/800/86/final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visible file and folder example. Documents hold content. Browser records can describe visits or downloads. System logs are records kept by the operating system, the software that manages the computer. USB media can hold copies. Ask: if someone renames a file, has the message inside necessarily changed? Hold the answer for the upcoming content-comparison example. A browser visit does not identify the human at the keyboard.</a:t>
            </a:r>
          </a:p>
          <a:p xmlns:a="http://schemas.openxmlformats.org/drawingml/2006/main">
            <a:endParaRPr/>
          </a:p>
          <a:p xmlns:a="http://schemas.openxmlformats.org/drawingml/2006/main">
            <a:r>
              <a:t>Sources:</a:t>
            </a:r>
          </a:p>
          <a:p xmlns:a="http://schemas.openxmlformats.org/drawingml/2006/main">
            <a:r>
              <a:t>https://csrc.nist.gov/pubs/sp/800/86/final</a:t>
            </a:r>
          </a:p>
          <a:p xmlns:a="http://schemas.openxmlformats.org/drawingml/2006/main">
            <a:r>
              <a:t>https://sleuthkit.org/autopsy/docs/user-docs/4.22.0/quick_start_guide.html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phone, then to the backup and cloud symbols. Say: a phone may hold messages, photos, calls and app records. A backup is a saved copy of some device information. It may differ from the phone. Ask: could a photo exist in more than one place? Yes, depending on syncing and backups. Do not imply all phone content is accessible; encryption, app design, permissions and acquisition method matter. This is a conceptual illustration, not an extraction demonstration.</a:t>
            </a:r>
          </a:p>
          <a:p xmlns:a="http://schemas.openxmlformats.org/drawingml/2006/main">
            <a:endParaRPr/>
          </a:p>
          <a:p xmlns:a="http://schemas.openxmlformats.org/drawingml/2006/main">
            <a:r>
              <a:t>Sources:</a:t>
            </a:r>
          </a:p>
          <a:p xmlns:a="http://schemas.openxmlformats.org/drawingml/2006/main">
            <a:r>
              <a:t>https://nvlpubs.nist.gov/nistpubs/specialpublications/nist.sp.800-101r1.pdf</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note on the left: Meet in Hall A. That is content. Read the file properties on the right: filename, file type and size describe the file. That descriptive information is metadata. The example file has 16 bytes: 15 ASCII characters plus one newline, encoded as UTF-8 without a byte-order mark. A byte is a unit of stored data; no counting exercise is needed. Ask whether changing the filename necessarily changes the sentence. No. Not every property is trustworthy evidence of a real-world event.</a:t>
            </a:r>
          </a:p>
          <a:p xmlns:a="http://schemas.openxmlformats.org/drawingml/2006/main">
            <a:endParaRPr/>
          </a:p>
          <a:p xmlns:a="http://schemas.openxmlformats.org/drawingml/2006/main">
            <a:r>
              <a:t>Sources:</a:t>
            </a:r>
          </a:p>
          <a:p xmlns:a="http://schemas.openxmlformats.org/drawingml/2006/main">
            <a:r>
              <a:t>https://sleuthkit.org/autopsy/docs/user-docs/4.22.0/quick_start_guide.html</a:t>
            </a:r>
          </a:p>
          <a:p xmlns:a="http://schemas.openxmlformats.org/drawingml/2006/main">
            <a:r>
              <a:t>https://csrc.nist.gov/pubs/sp/800/86/final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sentence at the top as a very simplified communication analogy. Devices send information in pieces; a packet is a small unit of network communication. The three numbered chunks are an illustration, not a real packet capture or a literal description of how this sentence must be split. Ask: if you know A connected to B, do you automatically know what was read? No. Logs and captures may reveal timing, endpoints and protocols (communication rules), while encryption can hide content. A network address is not a person.</a:t>
            </a:r>
          </a:p>
          <a:p xmlns:a="http://schemas.openxmlformats.org/drawingml/2006/main">
            <a:endParaRPr/>
          </a:p>
          <a:p xmlns:a="http://schemas.openxmlformats.org/drawingml/2006/main">
            <a:r>
              <a:t>Sources:</a:t>
            </a:r>
          </a:p>
          <a:p xmlns:a="http://schemas.openxmlformats.org/drawingml/2006/main">
            <a:r>
              <a:t>https://csrc.nist.gov/pubs/sp/800/86/final</a:t>
            </a:r>
          </a:p>
          <a:p xmlns:a="http://schemas.openxmlformats.org/drawingml/2006/main">
            <a:r>
              <a:t>https://www.wireshark.org/docs/wsug_html_chunked/ChUseMainWindowSection.html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open desk. This represents RAM: temporary working space for active programs. Point to the cabinet: storage is where saved files are intended to persist. A memory image is an acquired snapshot, like recording the desk at one moment; it is not a film of the whole day. Ask: which side represents a currently running browser? The desk/RAM side. Much volatile data is lost when power is removed, so real incident handling needs trained judgment. The analogy is simplified.</a:t>
            </a:r>
          </a:p>
          <a:p xmlns:a="http://schemas.openxmlformats.org/drawingml/2006/main">
            <a:endParaRPr/>
          </a:p>
          <a:p xmlns:a="http://schemas.openxmlformats.org/drawingml/2006/main">
            <a:r>
              <a:t>Sources:</a:t>
            </a:r>
          </a:p>
          <a:p xmlns:a="http://schemas.openxmlformats.org/drawingml/2006/main">
            <a:r>
              <a:t>https://csrc.nist.gov/pubs/sp/800/86/final</a:t>
            </a:r>
          </a:p>
          <a:p xmlns:a="http://schemas.openxmlformats.org/drawingml/2006/main">
            <a:r>
              <a:t>https://volatility3.readthedocs.io/en/latest/getting-started-windows-tutorial.html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means computing services hosted on other systems and accessed over a network. A database organizes records, such as a table. Read the fictional before/after sharing value: private becomes shared. An available audit record may describe that change. Ask why a laptop alone may not hold every relevant record. Service-side activity can be elsewhere. Logging, retention and authorized access determine what an examiner can actually obtain. A record of an account action is not automatic proof of a particular human.</a:t>
            </a:r>
          </a:p>
          <a:p xmlns:a="http://schemas.openxmlformats.org/drawingml/2006/main">
            <a:endParaRPr/>
          </a:p>
          <a:p xmlns:a="http://schemas.openxmlformats.org/drawingml/2006/main">
            <a:r>
              <a:t>Sources:</a:t>
            </a:r>
          </a:p>
          <a:p xmlns:a="http://schemas.openxmlformats.org/drawingml/2006/main">
            <a:r>
              <a:t>https://csrc.nist.gov/pubs/sp/800/86/final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missing laptop file → computer; exchanged traffic → network; active programs in a captured snapshot → memory. Ask one student to explain one match. If they struggle, point back to laptop, router and working desk. This is a short understanding check, not an assessment of prior knowledge.</a:t>
            </a:r>
          </a:p>
          <a:p xmlns:a="http://schemas.openxmlformats.org/drawingml/2006/main">
            <a:endParaRPr/>
          </a:p>
          <a:p xmlns:a="http://schemas.openxmlformats.org/drawingml/2006/main">
            <a:r>
              <a:t>Sources:</a:t>
            </a:r>
          </a:p>
          <a:p xmlns:a="http://schemas.openxmlformats.org/drawingml/2006/main">
            <a:r>
              <a:t>https://github.com/mikeroyal/Digital-Forensics-Guide</a:t>
            </a:r>
          </a:p>
          <a:p xmlns:a="http://schemas.openxmlformats.org/drawingml/2006/main">
            <a:r>
              <a:t>https://csrc.nist.gov/pubs/sp/800/86/final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one arrow at a time: collect and preserve relevant material, examine it to find records, analyze what those observations mean, and report findings with limits. Acquisition is the term for obtaining evidence using an appropriate method. A copy is not necessarily a complete forensic acquisition. These four phases follow the foundational NIST SP 800-86 framework. Scope, documented handling and integrity apply throughout.</a:t>
            </a:r>
          </a:p>
          <a:p xmlns:a="http://schemas.openxmlformats.org/drawingml/2006/main">
            <a:endParaRPr/>
          </a:p>
          <a:p xmlns:a="http://schemas.openxmlformats.org/drawingml/2006/main">
            <a:r>
              <a:t>Sources:</a:t>
            </a:r>
          </a:p>
          <a:p xmlns:a="http://schemas.openxmlformats.org/drawingml/2006/main">
            <a:r>
              <a:t>https://csrc.nist.gov/pubs/sp/800/86/final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protected USB and the laptop. Use the analogy of keeping an original document while writing on a photocopy. Say: we preserve the original and examine an appropriately acquired, verified working copy when suitable. In the next example we compare ordinary harmless text files; we are not imaging a disk. A forensic acquisition can include more than visible files. Work within authorization and do not experiment with real incident evidence.</a:t>
            </a:r>
          </a:p>
          <a:p xmlns:a="http://schemas.openxmlformats.org/drawingml/2006/main">
            <a:endParaRPr/>
          </a:p>
          <a:p xmlns:a="http://schemas.openxmlformats.org/drawingml/2006/main">
            <a:r>
              <a:t>Sources:</a:t>
            </a:r>
          </a:p>
          <a:p xmlns:a="http://schemas.openxmlformats.org/drawingml/2006/main">
            <a:r>
              <a:t>https://nvlpubs.nist.gov/nistpubs/ir/2022/NIST.IR.8387.pdf</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start with the word hash. Read the two short notes. The filename changed from note.txt to renamed.txt; the displayed sentence is the same. Tell students the complete files also have identical encoding and newline. Ask: did the contents change, yes or no? Pause for an answer. Then ask: comparing two short notes is easy, but what if the files are huge? We need a repeatable content check. Advance to reveal the technical term.</a:t>
            </a:r>
          </a:p>
          <a:p xmlns:a="http://schemas.openxmlformats.org/drawingml/2006/main">
            <a:endParaRPr/>
          </a:p>
          <a:p xmlns:a="http://schemas.openxmlformats.org/drawingml/2006/main">
            <a:r>
              <a:t>Sources:</a:t>
            </a:r>
          </a:p>
          <a:p xmlns:a="http://schemas.openxmlformats.org/drawingml/2006/main">
            <a:r>
              <a:t>https://learn.microsoft.com/en-us/powershell/module/microsoft.powershell.utility/get-filehash?view=powershell-7.5</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the concept only now: a hash is a fixed-length value calculated from bytes by a particular algorithm. SHA-256 is the algorithm used here. For the same algorithm, identical bytes produce the same value. Both actual 16-byte sample files produce the same full SHA-256; only the first 12 characters are displayed to keep the slide readable. Do not ask students to memorize the characters. Filename is not included in a normal file-content hash. Hashes are not proof of authorship and do not preserve a file on their own.</a:t>
            </a:r>
          </a:p>
          <a:p xmlns:a="http://schemas.openxmlformats.org/drawingml/2006/main">
            <a:endParaRPr/>
          </a:p>
          <a:p xmlns:a="http://schemas.openxmlformats.org/drawingml/2006/main">
            <a:r>
              <a:t>Sources:</a:t>
            </a:r>
          </a:p>
          <a:p xmlns:a="http://schemas.openxmlformats.org/drawingml/2006/main">
            <a:r>
              <a:t>https://learn.microsoft.com/en-us/powershell/module/microsoft.powershell.utility/get-filehash?view=powershell-7.5</a:t>
            </a:r>
          </a:p>
          <a:p xmlns:a="http://schemas.openxmlformats.org/drawingml/2006/main">
            <a:endParaRPr/>
          </a:p>
          <a:p xmlns:a="http://schemas.openxmlformats.org/drawingml/2006/main">
            <a:r>
              <a:t>Actual full SHA-256 values (UTF-8, final LF, no BOM):</a:t>
            </a:r>
          </a:p>
          <a:p xmlns:a="http://schemas.openxmlformats.org/drawingml/2006/main">
            <a:r>
              <a:t>016D099A2C4C95FBCCDD8172BB7F77B087AAE3B458F58BA85EF0FF0E79376027  note.txt</a:t>
            </a:r>
          </a:p>
          <a:p xmlns:a="http://schemas.openxmlformats.org/drawingml/2006/main">
            <a:r>
              <a:t>016D099A2C4C95FBCCDD8172BB7F77B087AAE3B458F58BA85EF0FF0E79376027  renamed.txt</a:t>
            </a:r>
          </a:p>
          <a:p xmlns:a="http://schemas.openxmlformats.org/drawingml/2006/main">
            <a:r>
              <a:t>03796241B047D8C6358B8B1AEF038BD4030CAFF700E558A8016C4116403A9831  changed.txt</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both sentences. In a separate working copy, Hall A becomes Hall B; everything else stays the same. Ask: will the SHA-256 content check stay the same or change? Take a show of hands. Do not require anyone to run a command. The next slide shows the actual computed result.</a:t>
            </a:r>
          </a:p>
          <a:p xmlns:a="http://schemas.openxmlformats.org/drawingml/2006/main">
            <a:endParaRPr/>
          </a:p>
          <a:p xmlns:a="http://schemas.openxmlformats.org/drawingml/2006/main">
            <a:r>
              <a:t>Sources:</a:t>
            </a:r>
          </a:p>
          <a:p xmlns:a="http://schemas.openxmlformats.org/drawingml/2006/main">
            <a:r>
              <a:t>https://learn.microsoft.com/en-us/powershell/module/microsoft.powershell.utility/get-filehash?view=powershell-7.5</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two actual SHA-256 prefixes. A versus B changed one byte in these examples and the calculated hashes differ. A matching full SHA-256 is a practical integrity comparison with a trusted reference; theoretical collisions exist, so do not call hashes mathematically unique. Ask: does either code tell us who wrote the note? No. If students answer incorrectly, repeat: hash checks content, handling records explain its history, and other evidence is needed for authorship. Full reproducible values are in the optional sample folder and notes.</a:t>
            </a:r>
          </a:p>
          <a:p xmlns:a="http://schemas.openxmlformats.org/drawingml/2006/main">
            <a:endParaRPr/>
          </a:p>
          <a:p xmlns:a="http://schemas.openxmlformats.org/drawingml/2006/main">
            <a:r>
              <a:t>Sources:</a:t>
            </a:r>
          </a:p>
          <a:p xmlns:a="http://schemas.openxmlformats.org/drawingml/2006/main">
            <a:r>
              <a:t>https://learn.microsoft.com/en-us/powershell/module/microsoft.powershell.utility/get-filehash?view=powershell-7.5</a:t>
            </a:r>
          </a:p>
          <a:p xmlns:a="http://schemas.openxmlformats.org/drawingml/2006/main">
            <a:endParaRPr/>
          </a:p>
          <a:p xmlns:a="http://schemas.openxmlformats.org/drawingml/2006/main">
            <a:r>
              <a:t>Actual full SHA-256 values (UTF-8, final LF, no BOM):</a:t>
            </a:r>
          </a:p>
          <a:p xmlns:a="http://schemas.openxmlformats.org/drawingml/2006/main">
            <a:r>
              <a:t>016D099A2C4C95FBCCDD8172BB7F77B087AAE3B458F58BA85EF0FF0E79376027  note.txt</a:t>
            </a:r>
          </a:p>
          <a:p xmlns:a="http://schemas.openxmlformats.org/drawingml/2006/main">
            <a:r>
              <a:t>016D099A2C4C95FBCCDD8172BB7F77B087AAE3B458F58BA85EF0FF0E79376027  renamed.txt</a:t>
            </a:r>
          </a:p>
          <a:p xmlns:a="http://schemas.openxmlformats.org/drawingml/2006/main">
            <a:r>
              <a:t>03796241B047D8C6358B8B1AEF038BD4030CAFF700E558A8016C4116403A9831  changed.txt</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a separate fictional example. Follow the teal-tagged USB E01 across the picture: at 09:00 a finder hands it to examiner Sara; at 09:20 Sara hands it to custodian Ali for storage in Cabinet 2. Explain that a custodian is the person responsible for storage. A handling record notes the item, who gave and received it, when, why and where, along with relevant condition and integrity checks. Only now name this documented history chain of custody. The picture is conceptual; the captions are the teaching scenario.</a:t>
            </a:r>
          </a:p>
          <a:p xmlns:a="http://schemas.openxmlformats.org/drawingml/2006/main">
            <a:endParaRPr/>
          </a:p>
          <a:p xmlns:a="http://schemas.openxmlformats.org/drawingml/2006/main">
            <a:r>
              <a:t>Sources:</a:t>
            </a:r>
          </a:p>
          <a:p xmlns:a="http://schemas.openxmlformats.org/drawingml/2006/main">
            <a:r>
              <a:t>https://nvlpubs.nist.gov/nistpubs/ir/2022/NIST.IR.8387.pdf</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fictional record with a missing middle step. At 09:00 Sara receives E01; at 09:20 Ali stores it. Ask: what is missing between them? Who transferred it to Ali, when, and for what purpose? Give twenty seconds for a neighbour discussion or take a spoken answer. Do not say the gap proves tampering. It creates an uncertainty in the handling history. Advance for the explanation.</a:t>
            </a:r>
          </a:p>
          <a:p xmlns:a="http://schemas.openxmlformats.org/drawingml/2006/main">
            <a:endParaRPr/>
          </a:p>
          <a:p xmlns:a="http://schemas.openxmlformats.org/drawingml/2006/main">
            <a:r>
              <a:t>Sources:</a:t>
            </a:r>
          </a:p>
          <a:p xmlns:a="http://schemas.openxmlformats.org/drawingml/2006/main">
            <a:r>
              <a:t>https://nvlpubs.nist.gov/nistpubs/ir/2022/NIST.IR.8387.pdf</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the two questions. A matching hash can support content consistency with the reference. It cannot tell us who handled the USB during an undocumented interval. Chain of custody is the handling history, not a mathematical operation. The missing handover calls for clarification and supporting records; it does not by itself establish alteration or guarantee any legal outcome. Understanding check: which record answers who received the item? The handling record.</a:t>
            </a:r>
          </a:p>
          <a:p xmlns:a="http://schemas.openxmlformats.org/drawingml/2006/main">
            <a:endParaRPr/>
          </a:p>
          <a:p xmlns:a="http://schemas.openxmlformats.org/drawingml/2006/main">
            <a:r>
              <a:t>Sources:</a:t>
            </a:r>
          </a:p>
          <a:p xmlns:a="http://schemas.openxmlformats.org/drawingml/2006/main">
            <a:r>
              <a:t>https://nvlpubs.nist.gov/nistpubs/ir/2022/NIST.IR.8387.pdf</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question: where could I look for files and records in acquired computer data? Then name Autopsy. This official documentation image depicts historical Autopsy 4.2.0. Point to the evidence tree on the left, results at upper right, and selected-item details below. Students only need the relationship between source, result and detail; do not read the sample filenames. This is not a live local run. Results still need interpretation.</a:t>
            </a:r>
          </a:p>
          <a:p xmlns:a="http://schemas.openxmlformats.org/drawingml/2006/main">
            <a:endParaRPr/>
          </a:p>
          <a:p xmlns:a="http://schemas.openxmlformats.org/drawingml/2006/main">
            <a:r>
              <a:t>Sources:</a:t>
            </a:r>
          </a:p>
          <a:p xmlns:a="http://schemas.openxmlformats.org/drawingml/2006/main">
            <a:r>
              <a:t>https://sleuthkit.org/autopsy/docs/user-docs/4.22.0/quick_start_guide.html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question: how can I inspect a saved network capture? Then name Wireshark. Point to packet list, selected packet details and raw bytes. The screenshot is a historical example from the official guide, not traffic from the room. A protocol is a set of communication rules; students need not memorize the labels. Ask which pane gives the overview: the packet list. Encrypted application content is not normally made readable simply by opening this tool.</a:t>
            </a:r>
          </a:p>
          <a:p xmlns:a="http://schemas.openxmlformats.org/drawingml/2006/main">
            <a:endParaRPr/>
          </a:p>
          <a:p xmlns:a="http://schemas.openxmlformats.org/drawingml/2006/main">
            <a:r>
              <a:t>Sources:</a:t>
            </a:r>
          </a:p>
          <a:p xmlns:a="http://schemas.openxmlformats.org/drawingml/2006/main">
            <a:r>
              <a:t>https://www.wireshark.org/docs/wsug_html_chunked/ChUseMainWindowSection.html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a familiar task manager: it lists running programs. A process is a running instance of a program. PID is its identifier, like a numbered label; PPID identifies its parent process. Then show a small excerpt from the official Volatility Windows tutorial. Volatility examines acquired memory; it does not acquire the snapshot itself. These example rows are not evidence of maliciousness. The goal is recognizing what a memory tool can help examine, not learning commands.</a:t>
            </a:r>
          </a:p>
          <a:p xmlns:a="http://schemas.openxmlformats.org/drawingml/2006/main">
            <a:endParaRPr/>
          </a:p>
          <a:p xmlns:a="http://schemas.openxmlformats.org/drawingml/2006/main">
            <a:r>
              <a:t>Sources:</a:t>
            </a:r>
          </a:p>
          <a:p xmlns:a="http://schemas.openxmlformats.org/drawingml/2006/main">
            <a:r>
              <a:t>https://volatility3.readthedocs.io/en/latest/getting-started-windows-tutorial.html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source on the left and the three tool options on the right. Ask students to call out C, A, B for the three rows. Let them discuss for twenty seconds before advancing. No tool installation, handout or device is needed.</a:t>
            </a:r>
          </a:p>
          <a:p xmlns:a="http://schemas.openxmlformats.org/drawingml/2006/main">
            <a:endParaRPr/>
          </a:p>
          <a:p xmlns:a="http://schemas.openxmlformats.org/drawingml/2006/main">
            <a:r>
              <a:t>Sources:</a:t>
            </a:r>
          </a:p>
          <a:p xmlns:a="http://schemas.openxmlformats.org/drawingml/2006/main">
            <a:r>
              <a:t>https://sleuthkit.org/autopsy/docs/user-docs/4.22.0/quick_start_guide.html</a:t>
            </a:r>
          </a:p>
          <a:p xmlns:a="http://schemas.openxmlformats.org/drawingml/2006/main">
            <a:r>
              <a:t>https://www.wireshark.org/docs/wsug_html_chunked/ChUseMainWindowSection.html</a:t>
            </a:r>
          </a:p>
          <a:p xmlns:a="http://schemas.openxmlformats.org/drawingml/2006/main">
            <a:r>
              <a:t>https://volatility3.readthedocs.io/en/latest/getting-started-windows-tutorial.html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starting matches: computer files/image → Autopsy, saved network capture → Wireshark, supported memory snapshot → Volatility. These are examples, not exclusive product boundaries. Ask why opening the wrong kind of evidence in a tool is not a useful first step. Begin with the question and available source, then choose a tool.</a:t>
            </a:r>
          </a:p>
          <a:p xmlns:a="http://schemas.openxmlformats.org/drawingml/2006/main">
            <a:endParaRPr/>
          </a:p>
          <a:p xmlns:a="http://schemas.openxmlformats.org/drawingml/2006/main">
            <a:r>
              <a:t>Sources:</a:t>
            </a:r>
          </a:p>
          <a:p xmlns:a="http://schemas.openxmlformats.org/drawingml/2006/main">
            <a:r>
              <a:t>https://sleuthkit.org/autopsy/docs/user-docs/4.22.0/quick_start_guide.html</a:t>
            </a:r>
          </a:p>
          <a:p xmlns:a="http://schemas.openxmlformats.org/drawingml/2006/main">
            <a:r>
              <a:t>https://www.wireshark.org/docs/wsug_html_chunked/ChUseMainWindowSection.html</a:t>
            </a:r>
          </a:p>
          <a:p xmlns:a="http://schemas.openxmlformats.org/drawingml/2006/main">
            <a:r>
              <a:t>https://volatility3.readthedocs.io/en/latest/getting-started-windows-tutorial.html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Everything needed is on screen. Read the three rows aloud once. This is an invented browser teaching export, not a native Chrome database. All times are on 1 September 2026 in UTC; the audience does not need to convert them. Ask pairs to say which row records a download, give the filename, and state whether the table identifies a person. Take answers aloud; no writing or files are required. If the room is quiet, ask just the first question, then guide the rest. Allow up to two minutes, then advance.</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R02 and workshop-notes.txt. This row records a download event. A visit alone does not establish a saved file. These rows do not identify a human or independently prove successful storage, opening or reading. Ask students to complete aloud: The record supports ___, but it does not establish ___. These browser events are unrelated to the text-file hashing example; do not imply they describe those files.</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each claim and take thumbs up/down. Allow students to offer one reason, then advance to the next slide for short explanations. No handout is used.</a:t>
            </a:r>
          </a:p>
          <a:p xmlns:a="http://schemas.openxmlformats.org/drawingml/2006/main">
            <a:endParaRPr/>
          </a:p>
          <a:p xmlns:a="http://schemas.openxmlformats.org/drawingml/2006/main">
            <a:r>
              <a:t>Sources:</a:t>
            </a:r>
          </a:p>
          <a:p xmlns:a="http://schemas.openxmlformats.org/drawingml/2006/main">
            <a:r>
              <a:t>https://csrc.nist.gov/pubs/sp/800/86/final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Deleted files are not always recoverable: overwriting, storage behavior, encryption and available copies matter. A screenshot does not contain the whole history or establish its source on its own. No log does not prove no event: logging or retention may be incomplete. Avoid overwhelming the audience with technical exceptions. The shared lesson is that a clue has limits.</a:t>
            </a:r>
          </a:p>
          <a:p xmlns:a="http://schemas.openxmlformats.org/drawingml/2006/main">
            <a:endParaRPr/>
          </a:p>
          <a:p xmlns:a="http://schemas.openxmlformats.org/drawingml/2006/main">
            <a:r>
              <a:t>Sources:</a:t>
            </a:r>
          </a:p>
          <a:p xmlns:a="http://schemas.openxmlformats.org/drawingml/2006/main">
            <a:r>
              <a:t>https://csrc.nist.gov/pubs/sp/800/86/final</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Turn the four areas into ordinary tasks: find a file and describe it; read a date and a simple record; learn where a system keeps information; explain an observation in a sentence. No coding is required to understand this session. Ask which of these students have already done in everyday study. Avoid implying that a single lecture qualifies someone to handle real incident evidence.</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two volunteers: what does a hash check, and what does chain of custody record? Expected answers: file content compared with a reference; the documented handling history. If someone confuses them, return to the note comparison or USB handover. Then ask for one forensic branch and the question it helps answer. The aim is a simple accurate explanation, not recall of jargon.</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the visible resource links up. The GitHub guide is a broad map for later exploration; start with the beginner examples from today before advanced topics. The NIST practice resource offers documented datasets; students should choose a small suitable example. Exact official tool and preservation references are embedded in relevant slide notes and in sources.md. All activities were contained in the slides. No handout, live command, account or Internet connection was required during delivery.</a:t>
            </a:r>
          </a:p>
          <a:p xmlns:a="http://schemas.openxmlformats.org/drawingml/2006/main">
            <a:endParaRPr/>
          </a:p>
          <a:p xmlns:a="http://schemas.openxmlformats.org/drawingml/2006/main">
            <a:r>
              <a:t>Sources:</a:t>
            </a:r>
          </a:p>
          <a:p xmlns:a="http://schemas.openxmlformats.org/drawingml/2006/main">
            <a:r>
              <a:t>https://github.com/mikeroyal/Digital-Forensics-Guide</a:t>
            </a:r>
          </a:p>
          <a:p xmlns:a="http://schemas.openxmlformats.org/drawingml/2006/main">
            <a:r>
              <a:t>https://www.nist.gov/programs-projects/computer-forensic-reference-data-sets</a:t>
            </a:r>
          </a:p>
          <a:p xmlns:a="http://schemas.openxmlformats.org/drawingml/2006/main">
            <a:r>
              <a:t>Conceptual illustrations are AI-generated; evidence tables are labelled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f01eda706d4c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f4c25c40784851" /><Relationship Type="http://schemas.openxmlformats.org/officeDocument/2006/relationships/slideLayout" Target="/ppt/slideLayouts/slideLayout1.xml" Id="Red06cdf19c6649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06cdf19c6649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4987484ff51403c" /><Relationship Type="http://schemas.openxmlformats.org/officeDocument/2006/relationships/image" Target="/ppt/media/image.png" Id="R80df3b5ea6e74c98" /><Relationship Type="http://schemas.openxmlformats.org/officeDocument/2006/relationships/notesSlide" Target="/ppt/notesSlides/notesSlide1.xml" Id="Rf2dc0d3b20ca4e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fac981af994c27" /><Relationship Type="http://schemas.openxmlformats.org/officeDocument/2006/relationships/image" Target="/ppt/media/image2.png" Id="Re280f1e6006c423a" /><Relationship Type="http://schemas.openxmlformats.org/officeDocument/2006/relationships/notesSlide" Target="/ppt/notesSlides/notesSlide2.xml" Id="Rb12ad80f47f341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96f798e82ef49f7" /><Relationship Type="http://schemas.openxmlformats.org/officeDocument/2006/relationships/notesSlide" Target="/ppt/notesSlides/notesSlide3.xml" Id="R7909e3fe618349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8774d845174368" /><Relationship Type="http://schemas.openxmlformats.org/officeDocument/2006/relationships/image" Target="/ppt/media/image3.png" Id="Rccd7693c8d6c4286" /><Relationship Type="http://schemas.openxmlformats.org/officeDocument/2006/relationships/notesSlide" Target="/ppt/notesSlides/notesSlide4.xml" Id="R150c8c09fd564d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471be08f2e34bc9" /><Relationship Type="http://schemas.openxmlformats.org/officeDocument/2006/relationships/notesSlide" Target="/ppt/notesSlides/notesSlide5.xml" Id="Rae5756d3b68f4f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4719e9615f4991" /><Relationship Type="http://schemas.openxmlformats.org/officeDocument/2006/relationships/image" Target="/ppt/media/image4.png" Id="R4363921e8b2f493e" /><Relationship Type="http://schemas.openxmlformats.org/officeDocument/2006/relationships/notesSlide" Target="/ppt/notesSlides/notesSlide6.xml" Id="R802d97c2c07a48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1ed62d279c419b" /><Relationship Type="http://schemas.openxmlformats.org/officeDocument/2006/relationships/notesSlide" Target="/ppt/notesSlides/notesSlide7.xml" Id="Rd3edbcb3572649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7e4963cc164b1d" /><Relationship Type="http://schemas.openxmlformats.org/officeDocument/2006/relationships/notesSlide" Target="/ppt/notesSlides/notesSlide8.xml" Id="R600243c0ab8045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41b49444007414f" /><Relationship Type="http://schemas.openxmlformats.org/officeDocument/2006/relationships/image" Target="/ppt/media/image5.png" Id="Rec668c434b3c4dc8" /><Relationship Type="http://schemas.openxmlformats.org/officeDocument/2006/relationships/notesSlide" Target="/ppt/notesSlides/notesSlide9.xml" Id="R9eed8a9cfb9d4e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058b4f44efe4063" /><Relationship Type="http://schemas.openxmlformats.org/officeDocument/2006/relationships/notesSlide" Target="/ppt/notesSlides/notesSlide10.xml" Id="R25e27a324b6349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7ce6babd1c2462b" /><Relationship Type="http://schemas.openxmlformats.org/officeDocument/2006/relationships/notesSlide" Target="/ppt/notesSlides/notesSlide11.xml" Id="R2d5bd4b04baa4b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1f287768a2d4815" /><Relationship Type="http://schemas.openxmlformats.org/officeDocument/2006/relationships/notesSlide" Target="/ppt/notesSlides/notesSlide12.xml" Id="R0a50a802a5b74f0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cfa39b74e914e33" /><Relationship Type="http://schemas.openxmlformats.org/officeDocument/2006/relationships/image" Target="/ppt/media/image6.png" Id="R71180ab0c74c47a2" /><Relationship Type="http://schemas.openxmlformats.org/officeDocument/2006/relationships/notesSlide" Target="/ppt/notesSlides/notesSlide13.xml" Id="Rbda5c15e23e648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2c388f19a8c4095" /><Relationship Type="http://schemas.openxmlformats.org/officeDocument/2006/relationships/notesSlide" Target="/ppt/notesSlides/notesSlide14.xml" Id="R3cd1b51e1d6948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9b3ff9c1a95460f" /><Relationship Type="http://schemas.openxmlformats.org/officeDocument/2006/relationships/notesSlide" Target="/ppt/notesSlides/notesSlide15.xml" Id="R06903f0fbd894c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2ed722fd5124672" /><Relationship Type="http://schemas.openxmlformats.org/officeDocument/2006/relationships/notesSlide" Target="/ppt/notesSlides/notesSlide16.xml" Id="R270f8686789e40e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435d2439501425a" /><Relationship Type="http://schemas.openxmlformats.org/officeDocument/2006/relationships/notesSlide" Target="/ppt/notesSlides/notesSlide17.xml" Id="Rc128139e41aa4b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6b1e7b19a2c4b0b" /><Relationship Type="http://schemas.openxmlformats.org/officeDocument/2006/relationships/image" Target="/ppt/media/image7.png" Id="R9a8217d75b374847" /><Relationship Type="http://schemas.openxmlformats.org/officeDocument/2006/relationships/notesSlide" Target="/ppt/notesSlides/notesSlide18.xml" Id="R909174a7efeb49c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deded078a244f46" /><Relationship Type="http://schemas.openxmlformats.org/officeDocument/2006/relationships/notesSlide" Target="/ppt/notesSlides/notesSlide19.xml" Id="R7d909c12d0cd42f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14e6a8583c84a1b" /><Relationship Type="http://schemas.openxmlformats.org/officeDocument/2006/relationships/notesSlide" Target="/ppt/notesSlides/notesSlide20.xml" Id="Rf8b11fcdabba48b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c30836c12004797" /><Relationship Type="http://schemas.openxmlformats.org/officeDocument/2006/relationships/image" Target="/ppt/media/image8.png" Id="R211637b47d394ebc" /><Relationship Type="http://schemas.openxmlformats.org/officeDocument/2006/relationships/notesSlide" Target="/ppt/notesSlides/notesSlide21.xml" Id="Rbbe7dc890c8b42c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cb73af1af9a4105" /><Relationship Type="http://schemas.openxmlformats.org/officeDocument/2006/relationships/image" Target="/ppt/media/image9.png" Id="R8aa0b982340440ed" /><Relationship Type="http://schemas.openxmlformats.org/officeDocument/2006/relationships/notesSlide" Target="/ppt/notesSlides/notesSlide22.xml" Id="R5c0be0f4e88447b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7861f2ca7da4f84" /><Relationship Type="http://schemas.openxmlformats.org/officeDocument/2006/relationships/notesSlide" Target="/ppt/notesSlides/notesSlide23.xml" Id="Rd6da1f12a4714b6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e313f90f83149c6" /><Relationship Type="http://schemas.openxmlformats.org/officeDocument/2006/relationships/notesSlide" Target="/ppt/notesSlides/notesSlide24.xml" Id="Rc95d5419f1c04f1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80f636b17ac4d28" /><Relationship Type="http://schemas.openxmlformats.org/officeDocument/2006/relationships/notesSlide" Target="/ppt/notesSlides/notesSlide25.xml" Id="R0157a314570249f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bbafe7cfe0d4a10" /><Relationship Type="http://schemas.openxmlformats.org/officeDocument/2006/relationships/notesSlide" Target="/ppt/notesSlides/notesSlide26.xml" Id="R525db6c668a34a0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0f8f194d5744d63" /><Relationship Type="http://schemas.openxmlformats.org/officeDocument/2006/relationships/notesSlide" Target="/ppt/notesSlides/notesSlide27.xml" Id="Rab5dbfcfd53144a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ec52b3c172c4e00" /><Relationship Type="http://schemas.openxmlformats.org/officeDocument/2006/relationships/notesSlide" Target="/ppt/notesSlides/notesSlide28.xml" Id="R75ad0a28b1284ef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b00f4ea5a2e421d" /><Relationship Type="http://schemas.openxmlformats.org/officeDocument/2006/relationships/notesSlide" Target="/ppt/notesSlides/notesSlide29.xml" Id="R3758535f074d4f6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3d069636a5b457b" /><Relationship Type="http://schemas.openxmlformats.org/officeDocument/2006/relationships/notesSlide" Target="/ppt/notesSlides/notesSlide30.xml" Id="Re70dd2cb40c6489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b9f6501b27d4eae" /><Relationship Type="http://schemas.openxmlformats.org/officeDocument/2006/relationships/notesSlide" Target="/ppt/notesSlides/notesSlide31.xml" Id="R41296267bb07419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7ae355750e246e9" /><Relationship Type="http://schemas.openxmlformats.org/officeDocument/2006/relationships/notesSlide" Target="/ppt/notesSlides/notesSlide32.xml" Id="R1f9fbbf7d12e469b" /></Relationships>
</file>

<file path=ppt/slides/slide1.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5CDBBFA7-E0D8-45D3-80FC-11F2D162D614}"/>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3E0D0"/>
                </a:solidFill>
                <a:latin typeface="Arial"/>
                <a:ea typeface="Arial"/>
                <a:cs typeface="Arial"/>
              </a:defRPr>
            </a:pPr>
            <a:r>
              <a:rPr sz="1200" b="1">
                <a:solidFill>
                  <a:srgbClr val="83E0D0"/>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FFA2D673-6E1B-4FD8-85A6-785FA2C9FC71}"/>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01</a:t>
            </a:r>
          </a:p>
        </p:txBody>
      </p:sp>
      <p:pic>
        <p:nvPicPr>
          <p:cNvPr id="11" name="Picture 8"/>
          <p:cNvPicPr>
            <a:picLocks xmlns:a="http://schemas.openxmlformats.org/drawingml/2006/main" noChangeAspect="1"/>
          </p:cNvPicPr>
          <p:nvPr/>
        </p:nvPicPr>
        <p:blipFill>
          <a:blip xmlns:r="http://schemas.openxmlformats.org/officeDocument/2006/relationships" xmlns:a="http://schemas.openxmlformats.org/drawingml/2006/main" r:embed="R80df3b5ea6e74c98"/>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4" name="Rectangle 3">
            <a:extLst xmlns:a="http://schemas.openxmlformats.org/drawingml/2006/main">
              <a:ext uri="{FF2B5EF4-FFF2-40B4-BE49-F238E27FC236}">
                <a16:creationId xmlns:a16="http://schemas.microsoft.com/office/drawing/2014/main" id="{7C682F68-3F69-4BBA-9869-C2DFEAFFBD8D}"/>
              </a:ext>
            </a:extLst>
          </p:cNvPr>
          <p:cNvSpPr>
            <a:spLocks xmlns:a="http://schemas.openxmlformats.org/drawingml/2006/main" noGrp="1"/>
          </p:cNvSpPr>
          <p:nvPr/>
        </p:nvSpPr>
        <p:spPr>
          <a:xfrm xmlns:a="http://schemas.openxmlformats.org/drawingml/2006/main">
            <a:off x="571500" y="95250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83E0D0"/>
                </a:solidFill>
                <a:latin typeface="Arial"/>
                <a:ea typeface="Arial"/>
                <a:cs typeface="Arial"/>
              </a:defRPr>
            </a:pPr>
            <a:r>
              <a:rPr sz="1650" b="1">
                <a:solidFill>
                  <a:srgbClr val="83E0D0"/>
                </a:solidFill>
                <a:latin typeface="Arial"/>
                <a:ea typeface="Arial"/>
                <a:cs typeface="Arial"/>
              </a:rPr>
              <a:t>AUCSS </a:t>
            </a:r>
            <a:r>
              <a:rPr sz="1650" b="1">
                <a:solidFill>
                  <a:srgbClr val="83E0D0"/>
                </a:solidFill>
                <a:latin typeface="Arial"/>
                <a:ea typeface="Arial"/>
                <a:cs typeface="Arial"/>
              </a:rPr>
              <a:t>Workshop – Part 1</a:t>
            </a:r>
            <a:endParaRPr sz="1650" b="1">
              <a:solidFill>
                <a:srgbClr val="83E0D0"/>
              </a:solidFill>
              <a:latin typeface="Arial"/>
              <a:ea typeface="Arial"/>
              <a:cs typeface="Arial"/>
            </a:endParaRPr>
          </a:p>
        </p:txBody>
      </p:sp>
      <p:sp>
        <p:nvSpPr>
          <p:cNvPr id="5" name="Rectangle 4">
            <a:extLst xmlns:a="http://schemas.openxmlformats.org/drawingml/2006/main">
              <a:ext uri="{FF2B5EF4-FFF2-40B4-BE49-F238E27FC236}">
                <a16:creationId xmlns:a16="http://schemas.microsoft.com/office/drawing/2014/main" id="{5189FEA9-AE4B-49C3-84CB-F51997CF8B93}"/>
              </a:ext>
            </a:extLst>
          </p:cNvPr>
          <p:cNvSpPr>
            <a:spLocks xmlns:a="http://schemas.openxmlformats.org/drawingml/2006/main" noGrp="1"/>
          </p:cNvSpPr>
          <p:nvPr/>
        </p:nvSpPr>
        <p:spPr>
          <a:xfrm xmlns:a="http://schemas.openxmlformats.org/drawingml/2006/main">
            <a:off x="552450" y="1762125"/>
            <a:ext cx="6477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375" b="1">
                <a:solidFill>
                  <a:srgbClr val="F7F3EA"/>
                </a:solidFill>
                <a:latin typeface="Arial"/>
                <a:ea typeface="Arial"/>
                <a:cs typeface="Arial"/>
              </a:defRPr>
            </a:pPr>
            <a:r>
              <a:rPr sz="6375" b="1">
                <a:solidFill>
                  <a:srgbClr val="F7F3EA"/>
                </a:solidFill>
                <a:latin typeface="Arial"/>
                <a:ea typeface="Arial"/>
                <a:cs typeface="Arial"/>
              </a:rPr>
              <a:t>Digital</a:t>
            </a:r>
          </a:p>
          <a:p xmlns:a="http://schemas.openxmlformats.org/drawingml/2006/main">
            <a:pPr>
              <a:buNone/>
              <a:defRPr sz="6375" b="1">
                <a:solidFill>
                  <a:srgbClr val="F7F3EA"/>
                </a:solidFill>
                <a:latin typeface="Arial"/>
                <a:ea typeface="Arial"/>
                <a:cs typeface="Arial"/>
              </a:defRPr>
            </a:pPr>
            <a:r>
              <a:rPr sz="6375" b="1">
                <a:solidFill>
                  <a:srgbClr val="F7F3EA"/>
                </a:solidFill>
                <a:latin typeface="Arial"/>
                <a:ea typeface="Arial"/>
                <a:cs typeface="Arial"/>
              </a:rPr>
              <a:t>Forensics</a:t>
            </a:r>
          </a:p>
          <a:p xmlns:a="http://schemas.openxmlformats.org/drawingml/2006/main">
            <a:pPr>
              <a:buNone/>
              <a:defRPr sz="6375" b="1">
                <a:solidFill>
                  <a:srgbClr val="F7F3EA"/>
                </a:solidFill>
                <a:latin typeface="Arial"/>
                <a:ea typeface="Arial"/>
                <a:cs typeface="Arial"/>
              </a:defRPr>
            </a:pPr>
            <a:r>
              <a:rPr sz="6375" b="1">
                <a:solidFill>
                  <a:srgbClr val="F7F3EA"/>
                </a:solidFill>
                <a:latin typeface="Arial"/>
                <a:ea typeface="Arial"/>
                <a:cs typeface="Arial"/>
              </a:rPr>
              <a:t>101</a:t>
            </a:r>
          </a:p>
        </p:txBody>
      </p:sp>
      <p:sp>
        <p:nvSpPr>
          <p:cNvPr id="6" name="Rectangle 5">
            <a:extLst xmlns:a="http://schemas.openxmlformats.org/drawingml/2006/main">
              <a:ext uri="{FF2B5EF4-FFF2-40B4-BE49-F238E27FC236}">
                <a16:creationId xmlns:a16="http://schemas.microsoft.com/office/drawing/2014/main" id="{684BFEF8-616B-43EA-87F1-7BB5196F7AA8}"/>
              </a:ext>
            </a:extLst>
          </p:cNvPr>
          <p:cNvSpPr>
            <a:spLocks xmlns:a="http://schemas.openxmlformats.org/drawingml/2006/main" noGrp="1"/>
          </p:cNvSpPr>
          <p:nvPr/>
        </p:nvSpPr>
        <p:spPr>
          <a:xfrm xmlns:a="http://schemas.openxmlformats.org/drawingml/2006/main">
            <a:off x="609600" y="542925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F7F3EA"/>
                </a:solidFill>
                <a:latin typeface="Arial"/>
                <a:ea typeface="Arial"/>
                <a:cs typeface="Arial"/>
              </a:defRPr>
            </a:pPr>
            <a:r>
              <a:rPr sz="2175" b="0">
                <a:solidFill>
                  <a:srgbClr val="F7F3EA"/>
                </a:solidFill>
                <a:latin typeface="Arial"/>
                <a:ea typeface="Arial"/>
                <a:cs typeface="Arial"/>
              </a:rPr>
              <a:t>An introduction for curious beginners</a:t>
            </a:r>
          </a:p>
        </p:txBody>
      </p:sp>
    </p:spTree>
    <p:extLst>
      <p:ext uri="{BB962C8B-B14F-4D97-AF65-F5344CB8AC3E}">
        <p14:creationId xmlns:p14="http://schemas.microsoft.com/office/powerpoint/2010/main" val="1514462626"/>
      </p:ext>
    </p:extLst>
  </p:cSld>
</p:sld>
</file>

<file path=ppt/slides/slide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06B7DC3B-96D1-4514-A121-D33608EAD4A1}"/>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15C987B9-10FC-4577-9EAB-94D59AEC401D}"/>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02</a:t>
            </a:r>
          </a:p>
        </p:txBody>
      </p:sp>
      <p:sp>
        <p:nvSpPr>
          <p:cNvPr id="3" name="Rectangle 2">
            <a:extLst xmlns:a="http://schemas.openxmlformats.org/drawingml/2006/main">
              <a:ext uri="{FF2B5EF4-FFF2-40B4-BE49-F238E27FC236}">
                <a16:creationId xmlns:a16="http://schemas.microsoft.com/office/drawing/2014/main" id="{BA0B5EE8-DB14-4DEA-8EF3-1EE532B8BE12}"/>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Your day leaves digital traces</a:t>
            </a:r>
          </a:p>
        </p:txBody>
      </p:sp>
      <p:pic>
        <p:nvPicPr>
          <p:cNvPr id="14" name="Picture 11"/>
          <p:cNvPicPr>
            <a:picLocks xmlns:a="http://schemas.openxmlformats.org/drawingml/2006/main" noChangeAspect="1"/>
          </p:cNvPicPr>
          <p:nvPr/>
        </p:nvPicPr>
        <p:blipFill>
          <a:blip xmlns:r="http://schemas.openxmlformats.org/officeDocument/2006/relationships" xmlns:a="http://schemas.openxmlformats.org/drawingml/2006/main" r:embed="Re280f1e6006c423a"/>
          <a:stretch xmlns:a="http://schemas.openxmlformats.org/drawingml/2006/main"/>
        </p:blipFill>
        <p:spPr>
          <a:xfrm xmlns:a="http://schemas.openxmlformats.org/drawingml/2006/main">
            <a:off x="410577" y="1857375"/>
            <a:ext cx="7751346" cy="436245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F13EF313-1340-4525-A744-5A673937FE0D}"/>
              </a:ext>
            </a:extLst>
          </p:cNvPr>
          <p:cNvSpPr>
            <a:spLocks xmlns:a="http://schemas.openxmlformats.org/drawingml/2006/main" noGrp="1"/>
          </p:cNvSpPr>
          <p:nvPr/>
        </p:nvSpPr>
        <p:spPr>
          <a:xfrm xmlns:a="http://schemas.openxmlformats.org/drawingml/2006/main">
            <a:off x="8791575" y="2286000"/>
            <a:ext cx="276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D82"/>
                </a:solidFill>
                <a:latin typeface="Arial"/>
                <a:ea typeface="Arial"/>
                <a:cs typeface="Arial"/>
              </a:defRPr>
            </a:pPr>
            <a:r>
              <a:rPr sz="2700" b="1">
                <a:solidFill>
                  <a:srgbClr val="087D82"/>
                </a:solidFill>
                <a:latin typeface="Arial"/>
                <a:ea typeface="Arial"/>
                <a:cs typeface="Arial"/>
              </a:rPr>
              <a:t>Message?</a:t>
            </a:r>
          </a:p>
        </p:txBody>
      </p:sp>
      <p:sp>
        <p:nvSpPr>
          <p:cNvPr id="6" name="Rectangle 5">
            <a:extLst xmlns:a="http://schemas.openxmlformats.org/drawingml/2006/main">
              <a:ext uri="{FF2B5EF4-FFF2-40B4-BE49-F238E27FC236}">
                <a16:creationId xmlns:a16="http://schemas.microsoft.com/office/drawing/2014/main" id="{6B565EED-7E9B-4890-91EB-42DEA9D58E04}"/>
              </a:ext>
            </a:extLst>
          </p:cNvPr>
          <p:cNvSpPr>
            <a:spLocks xmlns:a="http://schemas.openxmlformats.org/drawingml/2006/main" noGrp="1"/>
          </p:cNvSpPr>
          <p:nvPr/>
        </p:nvSpPr>
        <p:spPr>
          <a:xfrm xmlns:a="http://schemas.openxmlformats.org/drawingml/2006/main">
            <a:off x="8791575" y="3457575"/>
            <a:ext cx="276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D82"/>
                </a:solidFill>
                <a:latin typeface="Arial"/>
                <a:ea typeface="Arial"/>
                <a:cs typeface="Arial"/>
              </a:defRPr>
            </a:pPr>
            <a:r>
              <a:rPr sz="2700" b="1">
                <a:solidFill>
                  <a:srgbClr val="087D82"/>
                </a:solidFill>
                <a:latin typeface="Arial"/>
                <a:ea typeface="Arial"/>
                <a:cs typeface="Arial"/>
              </a:rPr>
              <a:t>Photo?</a:t>
            </a:r>
          </a:p>
        </p:txBody>
      </p:sp>
      <p:sp>
        <p:nvSpPr>
          <p:cNvPr id="7" name="Rectangle 6">
            <a:extLst xmlns:a="http://schemas.openxmlformats.org/drawingml/2006/main">
              <a:ext uri="{FF2B5EF4-FFF2-40B4-BE49-F238E27FC236}">
                <a16:creationId xmlns:a16="http://schemas.microsoft.com/office/drawing/2014/main" id="{4D401943-5627-4E9B-B41B-631F3DD61FA2}"/>
              </a:ext>
            </a:extLst>
          </p:cNvPr>
          <p:cNvSpPr>
            <a:spLocks xmlns:a="http://schemas.openxmlformats.org/drawingml/2006/main" noGrp="1"/>
          </p:cNvSpPr>
          <p:nvPr/>
        </p:nvSpPr>
        <p:spPr>
          <a:xfrm xmlns:a="http://schemas.openxmlformats.org/drawingml/2006/main">
            <a:off x="8791575" y="462915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D82"/>
                </a:solidFill>
                <a:latin typeface="Arial"/>
                <a:ea typeface="Arial"/>
                <a:cs typeface="Arial"/>
              </a:defRPr>
            </a:pPr>
            <a:r>
              <a:rPr sz="2700" b="1">
                <a:solidFill>
                  <a:srgbClr val="087D82"/>
                </a:solidFill>
                <a:latin typeface="Arial"/>
                <a:ea typeface="Arial"/>
                <a:cs typeface="Arial"/>
              </a:rPr>
              <a:t>Download?</a:t>
            </a:r>
          </a:p>
        </p:txBody>
      </p:sp>
      <p:sp>
        <p:nvSpPr>
          <p:cNvPr id="8" name="Rectangle 7">
            <a:extLst xmlns:a="http://schemas.openxmlformats.org/drawingml/2006/main">
              <a:ext uri="{FF2B5EF4-FFF2-40B4-BE49-F238E27FC236}">
                <a16:creationId xmlns:a16="http://schemas.microsoft.com/office/drawing/2014/main" id="{15BCB3D2-232D-4778-BE42-905C92F0A95E}"/>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What trace might an everyday action leave?</a:t>
            </a:r>
          </a:p>
        </p:txBody>
      </p:sp>
    </p:spTree>
    <p:extLst>
      <p:ext uri="{BB962C8B-B14F-4D97-AF65-F5344CB8AC3E}">
        <p14:creationId xmlns:p14="http://schemas.microsoft.com/office/powerpoint/2010/main" val="1203333585"/>
      </p:ext>
    </p:extLst>
  </p:cSld>
</p:sld>
</file>

<file path=ppt/slides/slide3.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48947C66-B63B-4A5E-B09B-81433A493A03}"/>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3E0D0"/>
                </a:solidFill>
                <a:latin typeface="Arial"/>
                <a:ea typeface="Arial"/>
                <a:cs typeface="Arial"/>
              </a:defRPr>
            </a:pPr>
            <a:r>
              <a:rPr sz="1200" b="1">
                <a:solidFill>
                  <a:srgbClr val="83E0D0"/>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3256B899-BF0D-49F8-BC05-751E3AC48827}"/>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03</a:t>
            </a:r>
          </a:p>
        </p:txBody>
      </p:sp>
      <p:sp>
        <p:nvSpPr>
          <p:cNvPr id="3" name="Rectangle 2">
            <a:extLst xmlns:a="http://schemas.openxmlformats.org/drawingml/2006/main">
              <a:ext uri="{FF2B5EF4-FFF2-40B4-BE49-F238E27FC236}">
                <a16:creationId xmlns:a16="http://schemas.microsoft.com/office/drawing/2014/main" id="{2179D306-6422-4F05-93BA-15489F693A7C}"/>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F7F3EA"/>
                </a:solidFill>
                <a:latin typeface="Arial"/>
                <a:ea typeface="Arial"/>
                <a:cs typeface="Arial"/>
              </a:defRPr>
            </a:pPr>
            <a:r>
              <a:rPr sz="3900" b="1">
                <a:solidFill>
                  <a:srgbClr val="F7F3EA"/>
                </a:solidFill>
                <a:latin typeface="Arial"/>
                <a:ea typeface="Arial"/>
                <a:cs typeface="Arial"/>
              </a:rPr>
              <a:t>Digital forensics</a:t>
            </a:r>
          </a:p>
        </p:txBody>
      </p:sp>
      <p:sp>
        <p:nvSpPr>
          <p:cNvPr id="4" name="Rectangle 3">
            <a:extLst xmlns:a="http://schemas.openxmlformats.org/drawingml/2006/main">
              <a:ext uri="{FF2B5EF4-FFF2-40B4-BE49-F238E27FC236}">
                <a16:creationId xmlns:a16="http://schemas.microsoft.com/office/drawing/2014/main" id="{0BAD4894-2160-4798-B3FE-29106905F3CC}"/>
              </a:ext>
            </a:extLst>
          </p:cNvPr>
          <p:cNvSpPr>
            <a:spLocks xmlns:a="http://schemas.openxmlformats.org/drawingml/2006/main" noGrp="1"/>
          </p:cNvSpPr>
          <p:nvPr/>
        </p:nvSpPr>
        <p:spPr>
          <a:xfrm xmlns:a="http://schemas.openxmlformats.org/drawingml/2006/main">
            <a:off x="619125" y="2143125"/>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83E0D0"/>
                </a:solidFill>
                <a:latin typeface="Arial"/>
                <a:ea typeface="Arial"/>
                <a:cs typeface="Arial"/>
              </a:defRPr>
            </a:pPr>
            <a:r>
              <a:rPr sz="2550" b="1">
                <a:solidFill>
                  <a:srgbClr val="83E0D0"/>
                </a:solidFill>
                <a:latin typeface="Arial"/>
                <a:ea typeface="Arial"/>
                <a:cs typeface="Arial"/>
              </a:rPr>
              <a:t>A record</a:t>
            </a:r>
          </a:p>
        </p:txBody>
      </p:sp>
      <p:graphicFrame>
        <p:nvGraphicFramePr>
          <p:cNvPr id="17" name="Table 14"/>
          <p:cNvGraphicFramePr/>
          <p:nvPr/>
        </p:nvGraphicFramePr>
        <p:xfrm>
          <a:off xmlns:a="http://schemas.openxmlformats.org/drawingml/2006/main" x="619125" y="2971800"/>
          <a:ext xmlns:a="http://schemas.openxmlformats.org/drawingml/2006/main" cx="5048250" cy="1676400"/>
        </p:xfrm>
        <a:graphic xmlns:a="http://schemas.openxmlformats.org/drawingml/2006/main">
          <a:graphicData uri="http://schemas.openxmlformats.org/drawingml/2006/table">
            <a:tbl>
              <a:tblPr/>
              <a:tblGrid>
                <a:gridCol w="1714500"/>
                <a:gridCol w="3333750"/>
              </a:tblGrid>
              <a:tr h="838200">
                <a:tc>
                  <a:txBody>
                    <a:bodyPr/>
                    <a:lstStyle/>
                    <a:p>
                      <a:r>
                        <a:rPr sz="1500" b="1">
                          <a:solidFill>
                            <a:srgbClr val="83E0D0"/>
                          </a:solidFill>
                          <a:latin typeface="Arial"/>
                          <a:ea typeface="Arial"/>
                          <a:cs typeface="Arial"/>
                        </a:rPr>
                        <a:t>TIME</a:t>
                      </a:r>
                    </a:p>
                  </a:txBody>
                  <a:tcPr marL="91440" marR="91440" marT="45720" marB="4572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163A4E"/>
                    </a:solidFill>
                  </a:tcPr>
                </a:tc>
                <a:tc>
                  <a:txBody>
                    <a:bodyPr/>
                    <a:lstStyle/>
                    <a:p>
                      <a:r>
                        <a:rPr sz="1500" b="1">
                          <a:solidFill>
                            <a:srgbClr val="83E0D0"/>
                          </a:solidFill>
                          <a:latin typeface="Arial"/>
                          <a:ea typeface="Arial"/>
                          <a:cs typeface="Arial"/>
                        </a:rPr>
                        <a:t>EVENT</a:t>
                      </a:r>
                    </a:p>
                  </a:txBody>
                  <a:tcPr marL="91440" marR="91440" marT="45720" marB="4572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163A4E"/>
                    </a:solidFill>
                  </a:tcPr>
                </a:tc>
              </a:tr>
              <a:tr h="838200">
                <a:tc>
                  <a:txBody>
                    <a:bodyPr/>
                    <a:lstStyle/>
                    <a:p>
                      <a:r>
                        <a:rPr sz="2400" b="0">
                          <a:solidFill>
                            <a:srgbClr val="F7F3EA"/>
                          </a:solidFill>
                          <a:latin typeface="Arial"/>
                          <a:ea typeface="Arial"/>
                          <a:cs typeface="Arial"/>
                        </a:rPr>
                        <a:t>09:02</a:t>
                      </a:r>
                    </a:p>
                  </a:txBody>
                  <a:tcPr marL="91440" marR="91440" marT="45720" marB="4572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163A4E"/>
                    </a:solidFill>
                  </a:tcPr>
                </a:tc>
                <a:tc>
                  <a:txBody>
                    <a:bodyPr/>
                    <a:lstStyle/>
                    <a:p>
                      <a:r>
                        <a:rPr sz="2400" b="0">
                          <a:solidFill>
                            <a:srgbClr val="F7F3EA"/>
                          </a:solidFill>
                          <a:latin typeface="Arial"/>
                          <a:ea typeface="Arial"/>
                          <a:cs typeface="Arial"/>
                        </a:rPr>
                        <a:t>File opened</a:t>
                      </a:r>
                    </a:p>
                  </a:txBody>
                  <a:tcPr marL="91440" marR="91440" marT="45720" marB="4572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163A4E"/>
                    </a:solidFill>
                  </a:tcPr>
                </a:tc>
              </a:tr>
            </a:tbl>
          </a:graphicData>
        </a:graphic>
      </p:graphicFrame>
      <p:sp>
        <p:nvSpPr>
          <p:cNvPr id="6" name="Rectangle 5">
            <a:extLst xmlns:a="http://schemas.openxmlformats.org/drawingml/2006/main">
              <a:ext uri="{FF2B5EF4-FFF2-40B4-BE49-F238E27FC236}">
                <a16:creationId xmlns:a16="http://schemas.microsoft.com/office/drawing/2014/main" id="{380B8859-C6B1-4B66-B942-71CDDCD43BB3}"/>
              </a:ext>
            </a:extLst>
          </p:cNvPr>
          <p:cNvSpPr>
            <a:spLocks xmlns:a="http://schemas.openxmlformats.org/drawingml/2006/main" noGrp="1"/>
          </p:cNvSpPr>
          <p:nvPr/>
        </p:nvSpPr>
        <p:spPr>
          <a:xfrm xmlns:a="http://schemas.openxmlformats.org/drawingml/2006/main">
            <a:off x="5924550" y="3257550"/>
            <a:ext cx="85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250" b="0">
                <a:solidFill>
                  <a:srgbClr val="83E0D0"/>
                </a:solidFill>
                <a:latin typeface="Arial"/>
                <a:ea typeface="Arial"/>
                <a:cs typeface="Arial"/>
              </a:defRPr>
            </a:pPr>
            <a:r>
              <a:rPr sz="5250" b="0">
                <a:solidFill>
                  <a:srgbClr val="83E0D0"/>
                </a:solidFill>
                <a:latin typeface="Arial"/>
                <a:ea typeface="Arial"/>
                <a:cs typeface="Arial"/>
              </a:rPr>
              <a:t>→</a:t>
            </a:r>
          </a:p>
        </p:txBody>
      </p:sp>
      <p:sp>
        <p:nvSpPr>
          <p:cNvPr id="7" name="Rectangle 6">
            <a:extLst xmlns:a="http://schemas.openxmlformats.org/drawingml/2006/main">
              <a:ext uri="{FF2B5EF4-FFF2-40B4-BE49-F238E27FC236}">
                <a16:creationId xmlns:a16="http://schemas.microsoft.com/office/drawing/2014/main" id="{CF183F6D-D8DB-4EC5-ABD0-6D8A862F86EE}"/>
              </a:ext>
            </a:extLst>
          </p:cNvPr>
          <p:cNvSpPr>
            <a:spLocks xmlns:a="http://schemas.openxmlformats.org/drawingml/2006/main" noGrp="1"/>
          </p:cNvSpPr>
          <p:nvPr/>
        </p:nvSpPr>
        <p:spPr>
          <a:xfrm xmlns:a="http://schemas.openxmlformats.org/drawingml/2006/main">
            <a:off x="7200900" y="2247900"/>
            <a:ext cx="4429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1">
                <a:solidFill>
                  <a:srgbClr val="F7F3EA"/>
                </a:solidFill>
                <a:latin typeface="Arial"/>
                <a:ea typeface="Arial"/>
                <a:cs typeface="Arial"/>
              </a:defRPr>
            </a:pPr>
            <a:r>
              <a:rPr sz="3375" b="1">
                <a:solidFill>
                  <a:srgbClr val="F7F3EA"/>
                </a:solidFill>
                <a:latin typeface="Arial"/>
                <a:ea typeface="Arial"/>
                <a:cs typeface="Arial"/>
              </a:rPr>
              <a:t>What happened?</a:t>
            </a:r>
          </a:p>
        </p:txBody>
      </p:sp>
      <p:sp>
        <p:nvSpPr>
          <p:cNvPr id="8" name="Rectangle 7">
            <a:extLst xmlns:a="http://schemas.openxmlformats.org/drawingml/2006/main">
              <a:ext uri="{FF2B5EF4-FFF2-40B4-BE49-F238E27FC236}">
                <a16:creationId xmlns:a16="http://schemas.microsoft.com/office/drawing/2014/main" id="{29CC57C0-CD58-4580-9B09-33F65E2799D8}"/>
              </a:ext>
            </a:extLst>
          </p:cNvPr>
          <p:cNvSpPr>
            <a:spLocks xmlns:a="http://schemas.openxmlformats.org/drawingml/2006/main" noGrp="1"/>
          </p:cNvSpPr>
          <p:nvPr/>
        </p:nvSpPr>
        <p:spPr>
          <a:xfrm xmlns:a="http://schemas.openxmlformats.org/drawingml/2006/main">
            <a:off x="7200900" y="3390900"/>
            <a:ext cx="428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F8BD63"/>
                </a:solidFill>
                <a:latin typeface="Arial"/>
                <a:ea typeface="Arial"/>
                <a:cs typeface="Arial"/>
              </a:defRPr>
            </a:pPr>
            <a:r>
              <a:rPr sz="2775" b="0">
                <a:solidFill>
                  <a:srgbClr val="F8BD63"/>
                </a:solidFill>
                <a:latin typeface="Arial"/>
                <a:ea typeface="Arial"/>
                <a:cs typeface="Arial"/>
              </a:rPr>
              <a:t>Who did it?</a:t>
            </a:r>
          </a:p>
        </p:txBody>
      </p:sp>
      <p:sp>
        <p:nvSpPr>
          <p:cNvPr id="9" name="Rectangle 8">
            <a:extLst xmlns:a="http://schemas.openxmlformats.org/drawingml/2006/main">
              <a:ext uri="{FF2B5EF4-FFF2-40B4-BE49-F238E27FC236}">
                <a16:creationId xmlns:a16="http://schemas.microsoft.com/office/drawing/2014/main" id="{13FE0976-2A77-4DA5-AE77-7268124B2A15}"/>
              </a:ext>
            </a:extLst>
          </p:cNvPr>
          <p:cNvSpPr>
            <a:spLocks xmlns:a="http://schemas.openxmlformats.org/drawingml/2006/main" noGrp="1"/>
          </p:cNvSpPr>
          <p:nvPr/>
        </p:nvSpPr>
        <p:spPr>
          <a:xfrm xmlns:a="http://schemas.openxmlformats.org/drawingml/2006/main">
            <a:off x="7200900" y="4476750"/>
            <a:ext cx="4238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F7F3EA"/>
                </a:solidFill>
                <a:latin typeface="Arial"/>
                <a:ea typeface="Arial"/>
                <a:cs typeface="Arial"/>
              </a:defRPr>
            </a:pPr>
            <a:r>
              <a:rPr sz="2250" b="0">
                <a:solidFill>
                  <a:srgbClr val="F7F3EA"/>
                </a:solidFill>
                <a:latin typeface="Arial"/>
                <a:ea typeface="Arial"/>
                <a:cs typeface="Arial"/>
              </a:rPr>
              <a:t>One record may not</a:t>
            </a:r>
          </a:p>
          <a:p xmlns:a="http://schemas.openxmlformats.org/drawingml/2006/main">
            <a:pPr>
              <a:buNone/>
              <a:defRPr sz="2250" b="0">
                <a:solidFill>
                  <a:srgbClr val="F7F3EA"/>
                </a:solidFill>
                <a:latin typeface="Arial"/>
                <a:ea typeface="Arial"/>
                <a:cs typeface="Arial"/>
              </a:defRPr>
            </a:pPr>
            <a:r>
              <a:rPr sz="2250" b="0">
                <a:solidFill>
                  <a:srgbClr val="F7F3EA"/>
                </a:solidFill>
                <a:latin typeface="Arial"/>
                <a:ea typeface="Arial"/>
                <a:cs typeface="Arial"/>
              </a:rPr>
              <a:t>answer both.</a:t>
            </a:r>
          </a:p>
        </p:txBody>
      </p:sp>
      <p:sp>
        <p:nvSpPr>
          <p:cNvPr id="10" name="Rectangle 9">
            <a:extLst xmlns:a="http://schemas.openxmlformats.org/drawingml/2006/main">
              <a:ext uri="{FF2B5EF4-FFF2-40B4-BE49-F238E27FC236}">
                <a16:creationId xmlns:a16="http://schemas.microsoft.com/office/drawing/2014/main" id="{76C5456C-AAA0-4701-A73F-056CD46FBBC2}"/>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An artifact is a digital trace. This record is a fictional</a:t>
            </a:r>
            <a:r>
              <a:rPr sz="1275" b="0">
                <a:solidFill>
                  <a:srgbClr val="83E0D0"/>
                </a:solidFill>
                <a:latin typeface="Arial"/>
                <a:ea typeface="Arial"/>
                <a:cs typeface="Arial"/>
              </a:rPr>
              <a:t> </a:t>
            </a:r>
            <a:r>
              <a:rPr sz="1275" b="0">
                <a:solidFill>
                  <a:srgbClr val="83E0D0"/>
                </a:solidFill>
                <a:latin typeface="Arial"/>
                <a:ea typeface="Arial"/>
                <a:cs typeface="Arial"/>
              </a:rPr>
              <a:t>example.</a:t>
            </a:r>
          </a:p>
        </p:txBody>
      </p:sp>
    </p:spTree>
    <p:extLst>
      <p:ext uri="{BB962C8B-B14F-4D97-AF65-F5344CB8AC3E}">
        <p14:creationId xmlns:p14="http://schemas.microsoft.com/office/powerpoint/2010/main" val="1845278943"/>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D877CCFE-6B36-4EFA-813C-8AD985D89A98}"/>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0561F8EB-BFDD-417B-A64A-1A208E61EEAA}"/>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04</a:t>
            </a:r>
          </a:p>
        </p:txBody>
      </p:sp>
      <p:sp>
        <p:nvSpPr>
          <p:cNvPr id="3" name="Rectangle 2">
            <a:extLst xmlns:a="http://schemas.openxmlformats.org/drawingml/2006/main">
              <a:ext uri="{FF2B5EF4-FFF2-40B4-BE49-F238E27FC236}">
                <a16:creationId xmlns:a16="http://schemas.microsoft.com/office/drawing/2014/main" id="{7A53C26C-F3E3-447C-88A0-823319EFDE33}"/>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Where could the evidence be?</a:t>
            </a:r>
          </a:p>
        </p:txBody>
      </p:sp>
      <p:pic>
        <p:nvPicPr>
          <p:cNvPr id="16" name="Picture 13"/>
          <p:cNvPicPr>
            <a:picLocks xmlns:a="http://schemas.openxmlformats.org/drawingml/2006/main" noChangeAspect="1"/>
          </p:cNvPicPr>
          <p:nvPr/>
        </p:nvPicPr>
        <p:blipFill>
          <a:blip xmlns:r="http://schemas.openxmlformats.org/officeDocument/2006/relationships" xmlns:a="http://schemas.openxmlformats.org/drawingml/2006/main" r:embed="Rccd7693c8d6c4286"/>
          <a:stretch xmlns:a="http://schemas.openxmlformats.org/drawingml/2006/main"/>
        </p:blipFill>
        <p:spPr>
          <a:xfrm xmlns:a="http://schemas.openxmlformats.org/drawingml/2006/main">
            <a:off x="2118781" y="1666875"/>
            <a:ext cx="7954438" cy="447675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305562A6-143D-4F37-911F-D9587D3B55E5}"/>
              </a:ext>
            </a:extLst>
          </p:cNvPr>
          <p:cNvSpPr>
            <a:spLocks xmlns:a="http://schemas.openxmlformats.org/drawingml/2006/main" noGrp="1"/>
          </p:cNvSpPr>
          <p:nvPr/>
        </p:nvSpPr>
        <p:spPr>
          <a:xfrm xmlns:a="http://schemas.openxmlformats.org/drawingml/2006/main">
            <a:off x="2190750" y="36195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02B3A"/>
                </a:solidFill>
                <a:latin typeface="Arial"/>
                <a:ea typeface="Arial"/>
                <a:cs typeface="Arial"/>
              </a:defRPr>
            </a:pPr>
            <a:r>
              <a:rPr sz="2250" b="1">
                <a:solidFill>
                  <a:srgbClr val="102B3A"/>
                </a:solidFill>
                <a:latin typeface="Arial"/>
                <a:ea typeface="Arial"/>
                <a:cs typeface="Arial"/>
              </a:rPr>
              <a:t>Computer</a:t>
            </a:r>
          </a:p>
        </p:txBody>
      </p:sp>
      <p:sp>
        <p:nvSpPr>
          <p:cNvPr id="6" name="Rectangle 5">
            <a:extLst xmlns:a="http://schemas.openxmlformats.org/drawingml/2006/main">
              <a:ext uri="{FF2B5EF4-FFF2-40B4-BE49-F238E27FC236}">
                <a16:creationId xmlns:a16="http://schemas.microsoft.com/office/drawing/2014/main" id="{B3E7900C-ABAA-44C2-8146-299D1DA75ABC}"/>
              </a:ext>
            </a:extLst>
          </p:cNvPr>
          <p:cNvSpPr>
            <a:spLocks xmlns:a="http://schemas.openxmlformats.org/drawingml/2006/main" noGrp="1"/>
          </p:cNvSpPr>
          <p:nvPr/>
        </p:nvSpPr>
        <p:spPr>
          <a:xfrm xmlns:a="http://schemas.openxmlformats.org/drawingml/2006/main">
            <a:off x="5381625" y="36195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02B3A"/>
                </a:solidFill>
                <a:latin typeface="Arial"/>
                <a:ea typeface="Arial"/>
                <a:cs typeface="Arial"/>
              </a:defRPr>
            </a:pPr>
            <a:r>
              <a:rPr sz="2250" b="1">
                <a:solidFill>
                  <a:srgbClr val="102B3A"/>
                </a:solidFill>
                <a:latin typeface="Arial"/>
                <a:ea typeface="Arial"/>
                <a:cs typeface="Arial"/>
              </a:rPr>
              <a:t>Mobile</a:t>
            </a:r>
          </a:p>
        </p:txBody>
      </p:sp>
      <p:sp>
        <p:nvSpPr>
          <p:cNvPr id="7" name="Rectangle 6">
            <a:extLst xmlns:a="http://schemas.openxmlformats.org/drawingml/2006/main">
              <a:ext uri="{FF2B5EF4-FFF2-40B4-BE49-F238E27FC236}">
                <a16:creationId xmlns:a16="http://schemas.microsoft.com/office/drawing/2014/main" id="{665F1955-6FD4-478B-8E65-9EBB908F5BAD}"/>
              </a:ext>
            </a:extLst>
          </p:cNvPr>
          <p:cNvSpPr>
            <a:spLocks xmlns:a="http://schemas.openxmlformats.org/drawingml/2006/main" noGrp="1"/>
          </p:cNvSpPr>
          <p:nvPr/>
        </p:nvSpPr>
        <p:spPr>
          <a:xfrm xmlns:a="http://schemas.openxmlformats.org/drawingml/2006/main">
            <a:off x="8477250" y="36195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02B3A"/>
                </a:solidFill>
                <a:latin typeface="Arial"/>
                <a:ea typeface="Arial"/>
                <a:cs typeface="Arial"/>
              </a:defRPr>
            </a:pPr>
            <a:r>
              <a:rPr sz="2250" b="1">
                <a:solidFill>
                  <a:srgbClr val="102B3A"/>
                </a:solidFill>
                <a:latin typeface="Arial"/>
                <a:ea typeface="Arial"/>
                <a:cs typeface="Arial"/>
              </a:rPr>
              <a:t>Network</a:t>
            </a:r>
          </a:p>
        </p:txBody>
      </p:sp>
      <p:sp>
        <p:nvSpPr>
          <p:cNvPr id="8" name="Rectangle 7">
            <a:extLst xmlns:a="http://schemas.openxmlformats.org/drawingml/2006/main">
              <a:ext uri="{FF2B5EF4-FFF2-40B4-BE49-F238E27FC236}">
                <a16:creationId xmlns:a16="http://schemas.microsoft.com/office/drawing/2014/main" id="{1E46E8F9-BF5B-415B-A699-B8CA1A45F69A}"/>
              </a:ext>
            </a:extLst>
          </p:cNvPr>
          <p:cNvSpPr>
            <a:spLocks xmlns:a="http://schemas.openxmlformats.org/drawingml/2006/main" noGrp="1"/>
          </p:cNvSpPr>
          <p:nvPr/>
        </p:nvSpPr>
        <p:spPr>
          <a:xfrm xmlns:a="http://schemas.openxmlformats.org/drawingml/2006/main">
            <a:off x="2190750" y="584835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02B3A"/>
                </a:solidFill>
                <a:latin typeface="Arial"/>
                <a:ea typeface="Arial"/>
                <a:cs typeface="Arial"/>
              </a:defRPr>
            </a:pPr>
            <a:r>
              <a:rPr sz="2250" b="1">
                <a:solidFill>
                  <a:srgbClr val="102B3A"/>
                </a:solidFill>
                <a:latin typeface="Arial"/>
                <a:ea typeface="Arial"/>
                <a:cs typeface="Arial"/>
              </a:rPr>
              <a:t>Memory</a:t>
            </a:r>
          </a:p>
        </p:txBody>
      </p:sp>
      <p:sp>
        <p:nvSpPr>
          <p:cNvPr id="9" name="Rectangle 8">
            <a:extLst xmlns:a="http://schemas.openxmlformats.org/drawingml/2006/main">
              <a:ext uri="{FF2B5EF4-FFF2-40B4-BE49-F238E27FC236}">
                <a16:creationId xmlns:a16="http://schemas.microsoft.com/office/drawing/2014/main" id="{DFBF43CD-DEBF-41D8-9DDF-08C68C207C03}"/>
              </a:ext>
            </a:extLst>
          </p:cNvPr>
          <p:cNvSpPr>
            <a:spLocks xmlns:a="http://schemas.openxmlformats.org/drawingml/2006/main" noGrp="1"/>
          </p:cNvSpPr>
          <p:nvPr/>
        </p:nvSpPr>
        <p:spPr>
          <a:xfrm xmlns:a="http://schemas.openxmlformats.org/drawingml/2006/main">
            <a:off x="5381625" y="584835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02B3A"/>
                </a:solidFill>
                <a:latin typeface="Arial"/>
                <a:ea typeface="Arial"/>
                <a:cs typeface="Arial"/>
              </a:defRPr>
            </a:pPr>
            <a:r>
              <a:rPr sz="2250" b="1">
                <a:solidFill>
                  <a:srgbClr val="102B3A"/>
                </a:solidFill>
                <a:latin typeface="Arial"/>
                <a:ea typeface="Arial"/>
                <a:cs typeface="Arial"/>
              </a:rPr>
              <a:t>Cloud</a:t>
            </a:r>
          </a:p>
        </p:txBody>
      </p:sp>
      <p:sp>
        <p:nvSpPr>
          <p:cNvPr id="10" name="Rectangle 9">
            <a:extLst xmlns:a="http://schemas.openxmlformats.org/drawingml/2006/main">
              <a:ext uri="{FF2B5EF4-FFF2-40B4-BE49-F238E27FC236}">
                <a16:creationId xmlns:a16="http://schemas.microsoft.com/office/drawing/2014/main" id="{920FB795-BD40-4160-B900-C0DCBD7F2C75}"/>
              </a:ext>
            </a:extLst>
          </p:cNvPr>
          <p:cNvSpPr>
            <a:spLocks xmlns:a="http://schemas.openxmlformats.org/drawingml/2006/main" noGrp="1"/>
          </p:cNvSpPr>
          <p:nvPr/>
        </p:nvSpPr>
        <p:spPr>
          <a:xfrm xmlns:a="http://schemas.openxmlformats.org/drawingml/2006/main">
            <a:off x="8477250" y="584835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02B3A"/>
                </a:solidFill>
                <a:latin typeface="Arial"/>
                <a:ea typeface="Arial"/>
                <a:cs typeface="Arial"/>
              </a:defRPr>
            </a:pPr>
            <a:r>
              <a:rPr sz="2250" b="1">
                <a:solidFill>
                  <a:srgbClr val="102B3A"/>
                </a:solidFill>
                <a:latin typeface="Arial"/>
                <a:ea typeface="Arial"/>
                <a:cs typeface="Arial"/>
              </a:rPr>
              <a:t>Database</a:t>
            </a:r>
          </a:p>
        </p:txBody>
      </p:sp>
    </p:spTree>
    <p:extLst>
      <p:ext uri="{BB962C8B-B14F-4D97-AF65-F5344CB8AC3E}">
        <p14:creationId xmlns:p14="http://schemas.microsoft.com/office/powerpoint/2010/main" val="130039130"/>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B3B292A0-AE3D-4A09-B53E-12D066654888}"/>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DD7215D6-E741-4150-8FBE-434FE9C8871F}"/>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05</a:t>
            </a:r>
          </a:p>
        </p:txBody>
      </p:sp>
      <p:sp>
        <p:nvSpPr>
          <p:cNvPr id="3" name="Rectangle 2">
            <a:extLst xmlns:a="http://schemas.openxmlformats.org/drawingml/2006/main">
              <a:ext uri="{FF2B5EF4-FFF2-40B4-BE49-F238E27FC236}">
                <a16:creationId xmlns:a16="http://schemas.microsoft.com/office/drawing/2014/main" id="{33AF018B-EC95-4FD4-BEAF-ED83A184CCF2}"/>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Computer forensics</a:t>
            </a:r>
          </a:p>
        </p:txBody>
      </p:sp>
      <p:sp>
        <p:nvSpPr>
          <p:cNvPr id="4" name="Rectangle 3">
            <a:extLst xmlns:a="http://schemas.openxmlformats.org/drawingml/2006/main">
              <a:ext uri="{FF2B5EF4-FFF2-40B4-BE49-F238E27FC236}">
                <a16:creationId xmlns:a16="http://schemas.microsoft.com/office/drawing/2014/main" id="{5899EA5B-2A57-496E-B352-4CCF521A5493}"/>
              </a:ext>
            </a:extLst>
          </p:cNvPr>
          <p:cNvSpPr>
            <a:spLocks xmlns:a="http://schemas.openxmlformats.org/drawingml/2006/main" noGrp="1"/>
          </p:cNvSpPr>
          <p:nvPr/>
        </p:nvSpPr>
        <p:spPr>
          <a:xfrm xmlns:a="http://schemas.openxmlformats.org/drawingml/2006/main">
            <a:off x="666750" y="2105025"/>
            <a:ext cx="4762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087D82"/>
                </a:solidFill>
                <a:latin typeface="Arial"/>
                <a:ea typeface="Arial"/>
                <a:cs typeface="Arial"/>
              </a:defRPr>
            </a:pPr>
            <a:r>
              <a:rPr sz="2850" b="1">
                <a:solidFill>
                  <a:srgbClr val="087D82"/>
                </a:solidFill>
                <a:latin typeface="Arial"/>
                <a:ea typeface="Arial"/>
                <a:cs typeface="Arial"/>
              </a:rPr>
              <a:t>Laptop / drive</a:t>
            </a:r>
          </a:p>
        </p:txBody>
      </p:sp>
      <p:sp>
        <p:nvSpPr>
          <p:cNvPr id="5" name="Rectangle 4">
            <a:extLst xmlns:a="http://schemas.openxmlformats.org/drawingml/2006/main">
              <a:ext uri="{FF2B5EF4-FFF2-40B4-BE49-F238E27FC236}">
                <a16:creationId xmlns:a16="http://schemas.microsoft.com/office/drawing/2014/main" id="{C9F609ED-C287-45BC-8674-BF6A5EF64F8E}"/>
              </a:ext>
            </a:extLst>
          </p:cNvPr>
          <p:cNvSpPr>
            <a:spLocks xmlns:a="http://schemas.openxmlformats.org/drawingml/2006/main" noGrp="1"/>
          </p:cNvSpPr>
          <p:nvPr/>
        </p:nvSpPr>
        <p:spPr>
          <a:xfrm xmlns:a="http://schemas.openxmlformats.org/drawingml/2006/main">
            <a:off x="666750" y="3086100"/>
            <a:ext cx="5905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102B3A"/>
                </a:solidFill>
                <a:latin typeface="Consolas"/>
                <a:ea typeface="Consolas"/>
                <a:cs typeface="Consolas"/>
              </a:defRPr>
            </a:pPr>
            <a:r>
              <a:rPr sz="2625" b="0">
                <a:solidFill>
                  <a:srgbClr val="102B3A"/>
                </a:solidFill>
                <a:latin typeface="Consolas"/>
                <a:ea typeface="Consolas"/>
                <a:cs typeface="Consolas"/>
              </a:rPr>
              <a:t>├─ Documents</a:t>
            </a:r>
          </a:p>
          <a:p xmlns:a="http://schemas.openxmlformats.org/drawingml/2006/main">
            <a:pPr>
              <a:buNone/>
              <a:defRPr sz="2625" b="0">
                <a:solidFill>
                  <a:srgbClr val="102B3A"/>
                </a:solidFill>
                <a:latin typeface="Consolas"/>
                <a:ea typeface="Consolas"/>
                <a:cs typeface="Consolas"/>
              </a:defRPr>
            </a:pPr>
            <a:r>
              <a:rPr sz="2625" b="0">
                <a:solidFill>
                  <a:srgbClr val="102B3A"/>
                </a:solidFill>
                <a:latin typeface="Consolas"/>
                <a:ea typeface="Consolas"/>
                <a:cs typeface="Consolas"/>
              </a:rPr>
              <a:t>├─ Browser records</a:t>
            </a:r>
          </a:p>
          <a:p xmlns:a="http://schemas.openxmlformats.org/drawingml/2006/main">
            <a:pPr>
              <a:buNone/>
              <a:defRPr sz="2625" b="0">
                <a:solidFill>
                  <a:srgbClr val="102B3A"/>
                </a:solidFill>
                <a:latin typeface="Consolas"/>
                <a:ea typeface="Consolas"/>
                <a:cs typeface="Consolas"/>
              </a:defRPr>
            </a:pPr>
            <a:r>
              <a:rPr sz="2625" b="0">
                <a:solidFill>
                  <a:srgbClr val="102B3A"/>
                </a:solidFill>
                <a:latin typeface="Consolas"/>
                <a:ea typeface="Consolas"/>
                <a:cs typeface="Consolas"/>
              </a:rPr>
              <a:t>├─ System logs</a:t>
            </a:r>
          </a:p>
          <a:p xmlns:a="http://schemas.openxmlformats.org/drawingml/2006/main">
            <a:pPr>
              <a:buNone/>
              <a:defRPr sz="2625" b="0">
                <a:solidFill>
                  <a:srgbClr val="102B3A"/>
                </a:solidFill>
                <a:latin typeface="Consolas"/>
                <a:ea typeface="Consolas"/>
                <a:cs typeface="Consolas"/>
              </a:defRPr>
            </a:pPr>
            <a:r>
              <a:rPr sz="2625" b="0">
                <a:solidFill>
                  <a:srgbClr val="102B3A"/>
                </a:solidFill>
                <a:latin typeface="Consolas"/>
                <a:ea typeface="Consolas"/>
                <a:cs typeface="Consolas"/>
              </a:rPr>
              <a:t>└─ External media</a:t>
            </a:r>
          </a:p>
        </p:txBody>
      </p:sp>
      <p:sp>
        <p:nvSpPr>
          <p:cNvPr id="6" name="Rectangle 5">
            <a:extLst xmlns:a="http://schemas.openxmlformats.org/drawingml/2006/main">
              <a:ext uri="{FF2B5EF4-FFF2-40B4-BE49-F238E27FC236}">
                <a16:creationId xmlns:a16="http://schemas.microsoft.com/office/drawing/2014/main" id="{7E63007C-F552-47BB-A34D-E6A9591EB4B4}"/>
              </a:ext>
            </a:extLst>
          </p:cNvPr>
          <p:cNvSpPr>
            <a:spLocks xmlns:a="http://schemas.openxmlformats.org/drawingml/2006/main" noGrp="1"/>
          </p:cNvSpPr>
          <p:nvPr/>
        </p:nvSpPr>
        <p:spPr>
          <a:xfrm xmlns:a="http://schemas.openxmlformats.org/drawingml/2006/main">
            <a:off x="7191375" y="2409825"/>
            <a:ext cx="4286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102B3A"/>
                </a:solidFill>
                <a:latin typeface="Arial"/>
                <a:ea typeface="Arial"/>
                <a:cs typeface="Arial"/>
              </a:defRPr>
            </a:pPr>
            <a:r>
              <a:rPr sz="3450" b="1">
                <a:solidFill>
                  <a:srgbClr val="102B3A"/>
                </a:solidFill>
                <a:latin typeface="Arial"/>
                <a:ea typeface="Arial"/>
                <a:cs typeface="Arial"/>
              </a:rPr>
              <a:t>What happened</a:t>
            </a:r>
          </a:p>
          <a:p xmlns:a="http://schemas.openxmlformats.org/drawingml/2006/main">
            <a:pPr>
              <a:buNone/>
              <a:defRPr sz="3450" b="1">
                <a:solidFill>
                  <a:srgbClr val="102B3A"/>
                </a:solidFill>
                <a:latin typeface="Arial"/>
                <a:ea typeface="Arial"/>
                <a:cs typeface="Arial"/>
              </a:defRPr>
            </a:pPr>
            <a:r>
              <a:rPr sz="3450" b="1">
                <a:solidFill>
                  <a:srgbClr val="102B3A"/>
                </a:solidFill>
                <a:latin typeface="Arial"/>
                <a:ea typeface="Arial"/>
                <a:cs typeface="Arial"/>
              </a:rPr>
              <a:t>on this device?</a:t>
            </a:r>
          </a:p>
        </p:txBody>
      </p:sp>
      <p:sp>
        <p:nvSpPr>
          <p:cNvPr id="7" name="Rectangle 6">
            <a:extLst xmlns:a="http://schemas.openxmlformats.org/drawingml/2006/main">
              <a:ext uri="{FF2B5EF4-FFF2-40B4-BE49-F238E27FC236}">
                <a16:creationId xmlns:a16="http://schemas.microsoft.com/office/drawing/2014/main" id="{77E5E4CF-78E0-4F4A-B050-285ACDE4E0AA}"/>
              </a:ext>
            </a:extLst>
          </p:cNvPr>
          <p:cNvSpPr>
            <a:spLocks xmlns:a="http://schemas.openxmlformats.org/drawingml/2006/main" noGrp="1"/>
          </p:cNvSpPr>
          <p:nvPr/>
        </p:nvSpPr>
        <p:spPr>
          <a:xfrm xmlns:a="http://schemas.openxmlformats.org/drawingml/2006/main">
            <a:off x="7239000" y="4448175"/>
            <a:ext cx="4191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087D82"/>
                </a:solidFill>
                <a:latin typeface="Arial"/>
                <a:ea typeface="Arial"/>
                <a:cs typeface="Arial"/>
              </a:defRPr>
            </a:pPr>
            <a:r>
              <a:rPr sz="2175" b="0">
                <a:solidFill>
                  <a:srgbClr val="087D82"/>
                </a:solidFill>
                <a:latin typeface="Arial"/>
                <a:ea typeface="Arial"/>
                <a:cs typeface="Arial"/>
              </a:rPr>
              <a:t>Files, visits, downloads,</a:t>
            </a:r>
          </a:p>
          <a:p xmlns:a="http://schemas.openxmlformats.org/drawingml/2006/main">
            <a:pPr>
              <a:buNone/>
              <a:defRPr sz="2175" b="0">
                <a:solidFill>
                  <a:srgbClr val="087D82"/>
                </a:solidFill>
                <a:latin typeface="Arial"/>
                <a:ea typeface="Arial"/>
                <a:cs typeface="Arial"/>
              </a:defRPr>
            </a:pPr>
            <a:r>
              <a:rPr sz="2175" b="0">
                <a:solidFill>
                  <a:srgbClr val="087D82"/>
                </a:solidFill>
                <a:latin typeface="Arial"/>
                <a:ea typeface="Arial"/>
                <a:cs typeface="Arial"/>
              </a:rPr>
              <a:t>user and device activity</a:t>
            </a:r>
          </a:p>
        </p:txBody>
      </p:sp>
      <p:sp>
        <p:nvSpPr>
          <p:cNvPr id="8" name="Rectangle 7">
            <a:extLst xmlns:a="http://schemas.openxmlformats.org/drawingml/2006/main">
              <a:ext uri="{FF2B5EF4-FFF2-40B4-BE49-F238E27FC236}">
                <a16:creationId xmlns:a16="http://schemas.microsoft.com/office/drawing/2014/main" id="{8DFB1E2D-EA75-44AE-903B-D0D7599C55B3}"/>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Simplified tree · A record does not automatically identify a person.</a:t>
            </a:r>
          </a:p>
        </p:txBody>
      </p:sp>
    </p:spTree>
    <p:extLst>
      <p:ext uri="{BB962C8B-B14F-4D97-AF65-F5344CB8AC3E}">
        <p14:creationId xmlns:p14="http://schemas.microsoft.com/office/powerpoint/2010/main" val="1849926920"/>
      </p:ext>
    </p:extLst>
  </p:cSld>
</p:sld>
</file>

<file path=ppt/slides/slide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7793561F-73D9-4A50-AB06-73E7A8ACD1C8}"/>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D41E69D4-5164-41CB-8921-DE5702C7F9B6}"/>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06</a:t>
            </a:r>
          </a:p>
        </p:txBody>
      </p:sp>
      <p:sp>
        <p:nvSpPr>
          <p:cNvPr id="3" name="Rectangle 2">
            <a:extLst xmlns:a="http://schemas.openxmlformats.org/drawingml/2006/main">
              <a:ext uri="{FF2B5EF4-FFF2-40B4-BE49-F238E27FC236}">
                <a16:creationId xmlns:a16="http://schemas.microsoft.com/office/drawing/2014/main" id="{A225A1C2-7C4C-4B9A-905B-0138A4FE447A}"/>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Mobile forensics</a:t>
            </a:r>
          </a:p>
        </p:txBody>
      </p:sp>
      <p:pic>
        <p:nvPicPr>
          <p:cNvPr id="14" name="Picture 11"/>
          <p:cNvPicPr>
            <a:picLocks xmlns:a="http://schemas.openxmlformats.org/drawingml/2006/main" noChangeAspect="1"/>
          </p:cNvPicPr>
          <p:nvPr/>
        </p:nvPicPr>
        <p:blipFill>
          <a:blip xmlns:r="http://schemas.openxmlformats.org/officeDocument/2006/relationships" xmlns:a="http://schemas.openxmlformats.org/drawingml/2006/main" r:embed="R4363921e8b2f493e"/>
          <a:stretch xmlns:a="http://schemas.openxmlformats.org/drawingml/2006/main"/>
        </p:blipFill>
        <p:spPr>
          <a:xfrm xmlns:a="http://schemas.openxmlformats.org/drawingml/2006/main">
            <a:off x="1356781" y="1714500"/>
            <a:ext cx="7954438" cy="4476750"/>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C1D3A67F-4AD7-4E47-B2D4-C36B5CF68C2E}"/>
              </a:ext>
            </a:extLst>
          </p:cNvPr>
          <p:cNvSpPr>
            <a:spLocks xmlns:a="http://schemas.openxmlformats.org/drawingml/2006/main" noGrp="1"/>
          </p:cNvSpPr>
          <p:nvPr/>
        </p:nvSpPr>
        <p:spPr>
          <a:xfrm xmlns:a="http://schemas.openxmlformats.org/drawingml/2006/main">
            <a:off x="5948362" y="5000625"/>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02B3A"/>
                </a:solidFill>
                <a:latin typeface="Arial"/>
                <a:ea typeface="Arial"/>
                <a:cs typeface="Arial"/>
              </a:defRPr>
            </a:pPr>
            <a:r>
              <a:rPr sz="2400" b="1">
                <a:solidFill>
                  <a:srgbClr val="102B3A"/>
                </a:solidFill>
                <a:latin typeface="Arial"/>
                <a:ea typeface="Arial"/>
                <a:cs typeface="Arial"/>
              </a:rPr>
              <a:t>Backup</a:t>
            </a:r>
          </a:p>
        </p:txBody>
      </p:sp>
      <p:sp>
        <p:nvSpPr>
          <p:cNvPr id="7" name="Rectangle 6">
            <a:extLst xmlns:a="http://schemas.openxmlformats.org/drawingml/2006/main">
              <a:ext uri="{FF2B5EF4-FFF2-40B4-BE49-F238E27FC236}">
                <a16:creationId xmlns:a16="http://schemas.microsoft.com/office/drawing/2014/main" id="{7D895FA8-154C-4DC7-A1FC-7531016807D7}"/>
              </a:ext>
            </a:extLst>
          </p:cNvPr>
          <p:cNvSpPr>
            <a:spLocks xmlns:a="http://schemas.openxmlformats.org/drawingml/2006/main" noGrp="1"/>
          </p:cNvSpPr>
          <p:nvPr/>
        </p:nvSpPr>
        <p:spPr>
          <a:xfrm xmlns:a="http://schemas.openxmlformats.org/drawingml/2006/main">
            <a:off x="7837170" y="3605212"/>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02B3A"/>
                </a:solidFill>
                <a:latin typeface="Arial"/>
                <a:ea typeface="Arial"/>
                <a:cs typeface="Arial"/>
              </a:defRPr>
            </a:pPr>
            <a:r>
              <a:rPr sz="2400" b="1">
                <a:solidFill>
                  <a:srgbClr val="102B3A"/>
                </a:solidFill>
                <a:latin typeface="Arial"/>
                <a:ea typeface="Arial"/>
                <a:cs typeface="Arial"/>
              </a:rPr>
              <a:t>Cloud</a:t>
            </a:r>
          </a:p>
        </p:txBody>
      </p:sp>
      <p:sp>
        <p:nvSpPr>
          <p:cNvPr id="8" name="Rectangle 7">
            <a:extLst xmlns:a="http://schemas.openxmlformats.org/drawingml/2006/main">
              <a:ext uri="{FF2B5EF4-FFF2-40B4-BE49-F238E27FC236}">
                <a16:creationId xmlns:a16="http://schemas.microsoft.com/office/drawing/2014/main" id="{BE110BF6-5B71-4CA4-9376-D8BC8F6CD4C5}"/>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Could the same photo exist in more than one place?</a:t>
            </a:r>
          </a:p>
        </p:txBody>
      </p:sp>
      <p:sp>
        <p:nvSpPr>
          <p:cNvPr id="5" name="Rectangle 4">
            <a:extLst xmlns:a="http://schemas.openxmlformats.org/drawingml/2006/main">
              <a:ext uri="{FF2B5EF4-FFF2-40B4-BE49-F238E27FC236}">
                <a16:creationId xmlns:a16="http://schemas.microsoft.com/office/drawing/2014/main" id="{31604165-A67D-4ED0-BEC4-2074FA7AF398}"/>
              </a:ext>
            </a:extLst>
          </p:cNvPr>
          <p:cNvSpPr>
            <a:spLocks xmlns:a="http://schemas.openxmlformats.org/drawingml/2006/main" noGrp="1"/>
          </p:cNvSpPr>
          <p:nvPr/>
        </p:nvSpPr>
        <p:spPr>
          <a:xfrm xmlns:a="http://schemas.openxmlformats.org/drawingml/2006/main">
            <a:off x="4471987" y="5857875"/>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02B3A"/>
                </a:solidFill>
                <a:latin typeface="Arial"/>
                <a:ea typeface="Arial"/>
                <a:cs typeface="Arial"/>
              </a:defRPr>
            </a:pPr>
            <a:r>
              <a:rPr sz="2400" b="1">
                <a:solidFill>
                  <a:srgbClr val="102B3A"/>
                </a:solidFill>
                <a:latin typeface="Arial"/>
                <a:ea typeface="Arial"/>
                <a:cs typeface="Arial"/>
              </a:rPr>
              <a:t>Phone</a:t>
            </a:r>
          </a:p>
        </p:txBody>
      </p:sp>
    </p:spTree>
    <p:extLst>
      <p:ext uri="{BB962C8B-B14F-4D97-AF65-F5344CB8AC3E}">
        <p14:creationId xmlns:p14="http://schemas.microsoft.com/office/powerpoint/2010/main" val="904279736"/>
      </p:ext>
    </p:extLst>
  </p:cSld>
</p:sld>
</file>

<file path=ppt/slides/slide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4E72CD22-2A54-49C9-BCF7-B9483AF8177C}"/>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7BCD87DA-8EF6-4994-A215-88F803763B88}"/>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07</a:t>
            </a:r>
          </a:p>
        </p:txBody>
      </p:sp>
      <p:sp>
        <p:nvSpPr>
          <p:cNvPr id="3" name="Rectangle 2">
            <a:extLst xmlns:a="http://schemas.openxmlformats.org/drawingml/2006/main">
              <a:ext uri="{FF2B5EF4-FFF2-40B4-BE49-F238E27FC236}">
                <a16:creationId xmlns:a16="http://schemas.microsoft.com/office/drawing/2014/main" id="{4DE156A8-D365-4E49-AFD7-9EBA6AF394F8}"/>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Content and metadata</a:t>
            </a:r>
          </a:p>
        </p:txBody>
      </p:sp>
      <p:sp>
        <p:nvSpPr>
          <p:cNvPr id="4" name="Rectangle 3">
            <a:extLst xmlns:a="http://schemas.openxmlformats.org/drawingml/2006/main">
              <a:ext uri="{FF2B5EF4-FFF2-40B4-BE49-F238E27FC236}">
                <a16:creationId xmlns:a16="http://schemas.microsoft.com/office/drawing/2014/main" id="{CC7F31B2-F88A-42A3-9454-31294EA5CDEF}"/>
              </a:ext>
            </a:extLst>
          </p:cNvPr>
          <p:cNvSpPr>
            <a:spLocks xmlns:a="http://schemas.openxmlformats.org/drawingml/2006/main" noGrp="1"/>
          </p:cNvSpPr>
          <p:nvPr/>
        </p:nvSpPr>
        <p:spPr>
          <a:xfrm xmlns:a="http://schemas.openxmlformats.org/drawingml/2006/main">
            <a:off x="619125" y="19621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87D82"/>
                </a:solidFill>
                <a:latin typeface="Arial"/>
                <a:ea typeface="Arial"/>
                <a:cs typeface="Arial"/>
              </a:defRPr>
            </a:pPr>
            <a:r>
              <a:rPr sz="1725" b="1">
                <a:solidFill>
                  <a:srgbClr val="087D82"/>
                </a:solidFill>
                <a:latin typeface="Arial"/>
                <a:ea typeface="Arial"/>
                <a:cs typeface="Arial"/>
              </a:rPr>
              <a:t>CONTENT</a:t>
            </a:r>
          </a:p>
        </p:txBody>
      </p:sp>
      <p:sp>
        <p:nvSpPr>
          <p:cNvPr id="5" name="Rectangle 4">
            <a:extLst xmlns:a="http://schemas.openxmlformats.org/drawingml/2006/main">
              <a:ext uri="{FF2B5EF4-FFF2-40B4-BE49-F238E27FC236}">
                <a16:creationId xmlns:a16="http://schemas.microsoft.com/office/drawing/2014/main" id="{1882A04B-66B7-4614-AC88-55FAD97C6CC4}"/>
              </a:ext>
            </a:extLst>
          </p:cNvPr>
          <p:cNvSpPr>
            <a:spLocks xmlns:a="http://schemas.openxmlformats.org/drawingml/2006/main" noGrp="1"/>
          </p:cNvSpPr>
          <p:nvPr/>
        </p:nvSpPr>
        <p:spPr>
          <a:xfrm xmlns:a="http://schemas.openxmlformats.org/drawingml/2006/main">
            <a:off x="619125" y="2543175"/>
            <a:ext cx="4762500" cy="2743200"/>
          </a:xfrm>
          <a:prstGeom xmlns:a="http://schemas.openxmlformats.org/drawingml/2006/main" prst="rect">
            <a:avLst/>
          </a:prstGeom>
          <a:solidFill xmlns:a="http://schemas.openxmlformats.org/drawingml/2006/main">
            <a:srgbClr val="FFFFFF"/>
          </a:solidFill>
          <a:ln xmlns:a="http://schemas.openxmlformats.org/drawingml/2006/main" w="0">
            <a:solidFill>
              <a:schemeClr val="tx1"/>
            </a:solidFill>
          </a:ln>
        </p:spPr>
      </p:sp>
      <p:sp>
        <p:nvSpPr>
          <p:cNvPr id="6" name="Rectangle 5">
            <a:extLst xmlns:a="http://schemas.openxmlformats.org/drawingml/2006/main">
              <a:ext uri="{FF2B5EF4-FFF2-40B4-BE49-F238E27FC236}">
                <a16:creationId xmlns:a16="http://schemas.microsoft.com/office/drawing/2014/main" id="{1718EAD2-11A4-40F8-A7B2-480D52493BC2}"/>
              </a:ext>
            </a:extLst>
          </p:cNvPr>
          <p:cNvSpPr>
            <a:spLocks xmlns:a="http://schemas.openxmlformats.org/drawingml/2006/main" noGrp="1"/>
          </p:cNvSpPr>
          <p:nvPr/>
        </p:nvSpPr>
        <p:spPr>
          <a:xfrm xmlns:a="http://schemas.openxmlformats.org/drawingml/2006/main">
            <a:off x="942975" y="3238500"/>
            <a:ext cx="4095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Meet in</a:t>
            </a:r>
          </a:p>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Hall A.</a:t>
            </a:r>
          </a:p>
        </p:txBody>
      </p:sp>
      <p:sp>
        <p:nvSpPr>
          <p:cNvPr id="7" name="Rectangle 6">
            <a:extLst xmlns:a="http://schemas.openxmlformats.org/drawingml/2006/main">
              <a:ext uri="{FF2B5EF4-FFF2-40B4-BE49-F238E27FC236}">
                <a16:creationId xmlns:a16="http://schemas.microsoft.com/office/drawing/2014/main" id="{3721B8B3-FE95-4E6B-8517-7256BD411A84}"/>
              </a:ext>
            </a:extLst>
          </p:cNvPr>
          <p:cNvSpPr>
            <a:spLocks xmlns:a="http://schemas.openxmlformats.org/drawingml/2006/main" noGrp="1"/>
          </p:cNvSpPr>
          <p:nvPr/>
        </p:nvSpPr>
        <p:spPr>
          <a:xfrm xmlns:a="http://schemas.openxmlformats.org/drawingml/2006/main">
            <a:off x="6572250" y="196215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87D82"/>
                </a:solidFill>
                <a:latin typeface="Arial"/>
                <a:ea typeface="Arial"/>
                <a:cs typeface="Arial"/>
              </a:defRPr>
            </a:pPr>
            <a:r>
              <a:rPr sz="1725" b="1">
                <a:solidFill>
                  <a:srgbClr val="087D82"/>
                </a:solidFill>
                <a:latin typeface="Arial"/>
                <a:ea typeface="Arial"/>
                <a:cs typeface="Arial"/>
              </a:rPr>
              <a:t>DESCRIBES THE FILE</a:t>
            </a:r>
          </a:p>
        </p:txBody>
      </p:sp>
      <p:graphicFrame>
        <p:nvGraphicFramePr>
          <p:cNvPr id="20" name="Table 17"/>
          <p:cNvGraphicFramePr/>
          <p:nvPr/>
        </p:nvGraphicFramePr>
        <p:xfrm>
          <a:off xmlns:a="http://schemas.openxmlformats.org/drawingml/2006/main" x="6572250" y="2543175"/>
          <a:ext xmlns:a="http://schemas.openxmlformats.org/drawingml/2006/main" cx="4953000" cy="2743200"/>
        </p:xfrm>
        <a:graphic xmlns:a="http://schemas.openxmlformats.org/drawingml/2006/main">
          <a:graphicData uri="http://schemas.openxmlformats.org/drawingml/2006/table">
            <a:tbl>
              <a:tblPr/>
              <a:tblGrid>
                <a:gridCol w="2333625"/>
                <a:gridCol w="2619375"/>
              </a:tblGrid>
              <a:tr h="685800">
                <a:tc>
                  <a:txBody>
                    <a:bodyPr/>
                    <a:lstStyle/>
                    <a:p>
                      <a:r>
                        <a:rPr sz="1500" b="1">
                          <a:solidFill>
                            <a:srgbClr val="087D82"/>
                          </a:solidFill>
                          <a:latin typeface="Arial"/>
                          <a:ea typeface="Arial"/>
                          <a:cs typeface="Arial"/>
                        </a:rPr>
                        <a:t>PROPERTY</a:t>
                      </a:r>
                    </a:p>
                  </a:txBody>
                  <a:tcPr marL="91440" marR="91440" marT="45720" marB="45720">
                    <a:solidFill>
                      <a:srgbClr val="F7F3EA"/>
                    </a:solidFill>
                  </a:tcPr>
                </a:tc>
                <a:tc>
                  <a:txBody>
                    <a:bodyPr/>
                    <a:lstStyle/>
                    <a:p>
                      <a:r>
                        <a:rPr sz="1500" b="1">
                          <a:solidFill>
                            <a:srgbClr val="087D82"/>
                          </a:solidFill>
                          <a:latin typeface="Arial"/>
                          <a:ea typeface="Arial"/>
                          <a:cs typeface="Arial"/>
                        </a:rPr>
                        <a:t>VALUE</a:t>
                      </a:r>
                    </a:p>
                  </a:txBody>
                  <a:tcPr marL="91440" marR="91440" marT="45720" marB="45720">
                    <a:solidFill>
                      <a:srgbClr val="F7F3EA"/>
                    </a:solidFill>
                  </a:tcPr>
                </a:tc>
              </a:tr>
              <a:tr h="685800">
                <a:tc>
                  <a:txBody>
                    <a:bodyPr/>
                    <a:lstStyle/>
                    <a:p>
                      <a:r>
                        <a:rPr sz="2025" b="0">
                          <a:solidFill>
                            <a:srgbClr val="102B3A"/>
                          </a:solidFill>
                          <a:latin typeface="Arial"/>
                          <a:ea typeface="Arial"/>
                          <a:cs typeface="Arial"/>
                        </a:rPr>
                        <a:t>Filename</a:t>
                      </a:r>
                    </a:p>
                  </a:txBody>
                  <a:tcPr marL="91440" marR="91440" marT="45720" marB="45720">
                    <a:solidFill>
                      <a:srgbClr val="F7F3EA"/>
                    </a:solidFill>
                  </a:tcPr>
                </a:tc>
                <a:tc>
                  <a:txBody>
                    <a:bodyPr/>
                    <a:lstStyle/>
                    <a:p>
                      <a:r>
                        <a:rPr sz="2025" b="0">
                          <a:solidFill>
                            <a:srgbClr val="102B3A"/>
                          </a:solidFill>
                          <a:latin typeface="Arial"/>
                          <a:ea typeface="Arial"/>
                          <a:cs typeface="Arial"/>
                        </a:rPr>
                        <a:t>note.txt</a:t>
                      </a:r>
                    </a:p>
                  </a:txBody>
                  <a:tcPr marL="91440" marR="91440" marT="45720" marB="45720">
                    <a:solidFill>
                      <a:srgbClr val="F7F3EA"/>
                    </a:solidFill>
                  </a:tcPr>
                </a:tc>
              </a:tr>
              <a:tr h="685800">
                <a:tc>
                  <a:txBody>
                    <a:bodyPr/>
                    <a:lstStyle/>
                    <a:p>
                      <a:r>
                        <a:rPr sz="2025" b="0">
                          <a:solidFill>
                            <a:srgbClr val="102B3A"/>
                          </a:solidFill>
                          <a:latin typeface="Arial"/>
                          <a:ea typeface="Arial"/>
                          <a:cs typeface="Arial"/>
                        </a:rPr>
                        <a:t>Type</a:t>
                      </a:r>
                    </a:p>
                  </a:txBody>
                  <a:tcPr marL="91440" marR="91440" marT="45720" marB="45720">
                    <a:solidFill>
                      <a:srgbClr val="F7F3EA"/>
                    </a:solidFill>
                  </a:tcPr>
                </a:tc>
                <a:tc>
                  <a:txBody>
                    <a:bodyPr/>
                    <a:lstStyle/>
                    <a:p>
                      <a:r>
                        <a:rPr sz="2025" b="0">
                          <a:solidFill>
                            <a:srgbClr val="102B3A"/>
                          </a:solidFill>
                          <a:latin typeface="Arial"/>
                          <a:ea typeface="Arial"/>
                          <a:cs typeface="Arial"/>
                        </a:rPr>
                        <a:t>Text file</a:t>
                      </a:r>
                    </a:p>
                  </a:txBody>
                  <a:tcPr marL="91440" marR="91440" marT="45720" marB="45720">
                    <a:solidFill>
                      <a:srgbClr val="F7F3EA"/>
                    </a:solidFill>
                  </a:tcPr>
                </a:tc>
              </a:tr>
              <a:tr h="685800">
                <a:tc>
                  <a:txBody>
                    <a:bodyPr/>
                    <a:lstStyle/>
                    <a:p>
                      <a:r>
                        <a:rPr sz="2025" b="0">
                          <a:solidFill>
                            <a:srgbClr val="102B3A"/>
                          </a:solidFill>
                          <a:latin typeface="Arial"/>
                          <a:ea typeface="Arial"/>
                          <a:cs typeface="Arial"/>
                        </a:rPr>
                        <a:t>Size</a:t>
                      </a:r>
                    </a:p>
                  </a:txBody>
                  <a:tcPr marL="91440" marR="91440" marT="45720" marB="45720">
                    <a:solidFill>
                      <a:srgbClr val="F7F3EA"/>
                    </a:solidFill>
                  </a:tcPr>
                </a:tc>
                <a:tc>
                  <a:txBody>
                    <a:bodyPr/>
                    <a:lstStyle/>
                    <a:p>
                      <a:r>
                        <a:rPr sz="2025" b="0">
                          <a:solidFill>
                            <a:srgbClr val="102B3A"/>
                          </a:solidFill>
                          <a:latin typeface="Arial"/>
                          <a:ea typeface="Arial"/>
                          <a:cs typeface="Arial"/>
                        </a:rPr>
                        <a:t>16 bytes</a:t>
                      </a:r>
                    </a:p>
                  </a:txBody>
                  <a:tcPr marL="91440" marR="91440" marT="45720" marB="45720">
                    <a:solidFill>
                      <a:srgbClr val="F7F3EA"/>
                    </a:solidFill>
                  </a:tcPr>
                </a:tc>
              </a:tr>
            </a:tbl>
          </a:graphicData>
        </a:graphic>
      </p:graphicFrame>
      <p:sp>
        <p:nvSpPr>
          <p:cNvPr id="9" name="Rectangle 8">
            <a:extLst xmlns:a="http://schemas.openxmlformats.org/drawingml/2006/main">
              <a:ext uri="{FF2B5EF4-FFF2-40B4-BE49-F238E27FC236}">
                <a16:creationId xmlns:a16="http://schemas.microsoft.com/office/drawing/2014/main" id="{B109A24E-ADC2-401D-9A9E-134DCC4D3DAD}"/>
              </a:ext>
            </a:extLst>
          </p:cNvPr>
          <p:cNvSpPr>
            <a:spLocks xmlns:a="http://schemas.openxmlformats.org/drawingml/2006/main" noGrp="1"/>
          </p:cNvSpPr>
          <p:nvPr/>
        </p:nvSpPr>
        <p:spPr>
          <a:xfrm xmlns:a="http://schemas.openxmlformats.org/drawingml/2006/main">
            <a:off x="619125" y="56388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087D82"/>
                </a:solidFill>
                <a:latin typeface="Arial"/>
                <a:ea typeface="Arial"/>
                <a:cs typeface="Arial"/>
              </a:defRPr>
            </a:pPr>
            <a:r>
              <a:rPr sz="2475" b="0">
                <a:solidFill>
                  <a:srgbClr val="087D82"/>
                </a:solidFill>
                <a:latin typeface="Arial"/>
                <a:ea typeface="Arial"/>
                <a:cs typeface="Arial"/>
              </a:rPr>
              <a:t>This information is called metadata.</a:t>
            </a:r>
          </a:p>
        </p:txBody>
      </p:sp>
      <p:sp>
        <p:nvSpPr>
          <p:cNvPr id="10" name="Rectangle 9">
            <a:extLst xmlns:a="http://schemas.openxmlformats.org/drawingml/2006/main">
              <a:ext uri="{FF2B5EF4-FFF2-40B4-BE49-F238E27FC236}">
                <a16:creationId xmlns:a16="http://schemas.microsoft.com/office/drawing/2014/main" id="{F7DE7372-2698-4A76-AE3D-6B47877AFDD9}"/>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Actual sample file · UTF-8 text with one final newline · Byte = a unit of stored data.</a:t>
            </a:r>
          </a:p>
        </p:txBody>
      </p:sp>
    </p:spTree>
    <p:extLst>
      <p:ext uri="{BB962C8B-B14F-4D97-AF65-F5344CB8AC3E}">
        <p14:creationId xmlns:p14="http://schemas.microsoft.com/office/powerpoint/2010/main" val="990350528"/>
      </p:ext>
    </p:extLst>
  </p:cSld>
</p:sld>
</file>

<file path=ppt/slides/slide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31CC942E-BB09-4078-ACF0-A6E8F6BCA742}"/>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80D93E5B-5D8B-49F5-B8CD-821C29099C85}"/>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08</a:t>
            </a:r>
          </a:p>
        </p:txBody>
      </p:sp>
      <p:sp>
        <p:nvSpPr>
          <p:cNvPr id="3" name="Rectangle 2">
            <a:extLst xmlns:a="http://schemas.openxmlformats.org/drawingml/2006/main">
              <a:ext uri="{FF2B5EF4-FFF2-40B4-BE49-F238E27FC236}">
                <a16:creationId xmlns:a16="http://schemas.microsoft.com/office/drawing/2014/main" id="{486C79AE-3FE4-458F-A310-9F80D805A7E9}"/>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Network forensics</a:t>
            </a:r>
          </a:p>
        </p:txBody>
      </p:sp>
      <p:sp>
        <p:nvSpPr>
          <p:cNvPr id="4" name="Rectangle 3">
            <a:extLst xmlns:a="http://schemas.openxmlformats.org/drawingml/2006/main">
              <a:ext uri="{FF2B5EF4-FFF2-40B4-BE49-F238E27FC236}">
                <a16:creationId xmlns:a16="http://schemas.microsoft.com/office/drawing/2014/main" id="{E0E067E3-DBCF-4623-A975-CD5FB65A4097}"/>
              </a:ext>
            </a:extLst>
          </p:cNvPr>
          <p:cNvSpPr>
            <a:spLocks xmlns:a="http://schemas.openxmlformats.org/drawingml/2006/main" noGrp="1"/>
          </p:cNvSpPr>
          <p:nvPr/>
        </p:nvSpPr>
        <p:spPr>
          <a:xfrm xmlns:a="http://schemas.openxmlformats.org/drawingml/2006/main">
            <a:off x="619125" y="18859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087D82"/>
                </a:solidFill>
                <a:latin typeface="Arial"/>
                <a:ea typeface="Arial"/>
                <a:cs typeface="Arial"/>
              </a:defRPr>
            </a:pPr>
            <a:r>
              <a:rPr sz="2550" b="0">
                <a:solidFill>
                  <a:srgbClr val="087D82"/>
                </a:solidFill>
                <a:latin typeface="Arial"/>
                <a:ea typeface="Arial"/>
                <a:cs typeface="Arial"/>
              </a:rPr>
              <a:t>A message travels in pieces</a:t>
            </a:r>
          </a:p>
        </p:txBody>
      </p:sp>
      <p:sp>
        <p:nvSpPr>
          <p:cNvPr id="5" name="Rectangle 4">
            <a:extLst xmlns:a="http://schemas.openxmlformats.org/drawingml/2006/main">
              <a:ext uri="{FF2B5EF4-FFF2-40B4-BE49-F238E27FC236}">
                <a16:creationId xmlns:a16="http://schemas.microsoft.com/office/drawing/2014/main" id="{BCD1C7C9-E90F-4113-936F-9A31BA1862C4}"/>
              </a:ext>
            </a:extLst>
          </p:cNvPr>
          <p:cNvSpPr>
            <a:spLocks xmlns:a="http://schemas.openxmlformats.org/drawingml/2006/main" noGrp="1"/>
          </p:cNvSpPr>
          <p:nvPr/>
        </p:nvSpPr>
        <p:spPr>
          <a:xfrm xmlns:a="http://schemas.openxmlformats.org/drawingml/2006/main">
            <a:off x="619125" y="2943225"/>
            <a:ext cx="2238375" cy="1685925"/>
          </a:xfrm>
          <a:prstGeom xmlns:a="http://schemas.openxmlformats.org/drawingml/2006/main" prst="rect">
            <a:avLst/>
          </a:prstGeom>
          <a:solidFill xmlns:a="http://schemas.openxmlformats.org/drawingml/2006/main">
            <a:srgbClr val="102B3A"/>
          </a:solidFill>
          <a:ln xmlns:a="http://schemas.openxmlformats.org/drawingml/2006/main" w="0">
            <a:solidFill>
              <a:srgbClr val="102B3A"/>
            </a:solidFill>
          </a:ln>
        </p:spPr>
      </p:sp>
      <p:sp>
        <p:nvSpPr>
          <p:cNvPr id="6" name="Rectangle 5">
            <a:extLst xmlns:a="http://schemas.openxmlformats.org/drawingml/2006/main">
              <a:ext uri="{FF2B5EF4-FFF2-40B4-BE49-F238E27FC236}">
                <a16:creationId xmlns:a16="http://schemas.microsoft.com/office/drawing/2014/main" id="{0E18B2CB-2DB9-42F5-855B-DB7BFC7CA357}"/>
              </a:ext>
            </a:extLst>
          </p:cNvPr>
          <p:cNvSpPr>
            <a:spLocks xmlns:a="http://schemas.openxmlformats.org/drawingml/2006/main" noGrp="1"/>
          </p:cNvSpPr>
          <p:nvPr/>
        </p:nvSpPr>
        <p:spPr>
          <a:xfrm xmlns:a="http://schemas.openxmlformats.org/drawingml/2006/main">
            <a:off x="762000" y="3476625"/>
            <a:ext cx="2047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F7F3EA"/>
                </a:solidFill>
                <a:latin typeface="Arial"/>
                <a:ea typeface="Arial"/>
                <a:cs typeface="Arial"/>
              </a:defRPr>
            </a:pPr>
            <a:r>
              <a:rPr sz="2475" b="1">
                <a:solidFill>
                  <a:srgbClr val="F7F3EA"/>
                </a:solidFill>
                <a:latin typeface="Arial"/>
                <a:ea typeface="Arial"/>
                <a:cs typeface="Arial"/>
              </a:rPr>
              <a:t>Device A</a:t>
            </a:r>
          </a:p>
        </p:txBody>
      </p:sp>
      <p:sp>
        <p:nvSpPr>
          <p:cNvPr id="7" name="Rectangle 6">
            <a:extLst xmlns:a="http://schemas.openxmlformats.org/drawingml/2006/main">
              <a:ext uri="{FF2B5EF4-FFF2-40B4-BE49-F238E27FC236}">
                <a16:creationId xmlns:a16="http://schemas.microsoft.com/office/drawing/2014/main" id="{F0A16603-74E8-4A3D-B3D5-B6F9D881B733}"/>
              </a:ext>
            </a:extLst>
          </p:cNvPr>
          <p:cNvSpPr>
            <a:spLocks xmlns:a="http://schemas.openxmlformats.org/drawingml/2006/main" noGrp="1"/>
          </p:cNvSpPr>
          <p:nvPr/>
        </p:nvSpPr>
        <p:spPr>
          <a:xfrm xmlns:a="http://schemas.openxmlformats.org/drawingml/2006/main">
            <a:off x="3381375" y="3152775"/>
            <a:ext cx="1600200" cy="1076325"/>
          </a:xfrm>
          <a:prstGeom xmlns:a="http://schemas.openxmlformats.org/drawingml/2006/main" prst="rect">
            <a:avLst/>
          </a:prstGeom>
          <a:solidFill xmlns:a="http://schemas.openxmlformats.org/drawingml/2006/main">
            <a:srgbClr val="087D82"/>
          </a:solidFill>
          <a:ln xmlns:a="http://schemas.openxmlformats.org/drawingml/2006/main" w="0">
            <a:solidFill>
              <a:srgbClr val="087D82"/>
            </a:solidFill>
          </a:ln>
        </p:spPr>
      </p:sp>
      <p:sp>
        <p:nvSpPr>
          <p:cNvPr id="8" name="Rectangle 7">
            <a:extLst xmlns:a="http://schemas.openxmlformats.org/drawingml/2006/main">
              <a:ext uri="{FF2B5EF4-FFF2-40B4-BE49-F238E27FC236}">
                <a16:creationId xmlns:a16="http://schemas.microsoft.com/office/drawing/2014/main" id="{8FC40C6F-115A-47C2-9189-BB4F19A0E99A}"/>
              </a:ext>
            </a:extLst>
          </p:cNvPr>
          <p:cNvSpPr>
            <a:spLocks xmlns:a="http://schemas.openxmlformats.org/drawingml/2006/main" noGrp="1"/>
          </p:cNvSpPr>
          <p:nvPr/>
        </p:nvSpPr>
        <p:spPr>
          <a:xfrm xmlns:a="http://schemas.openxmlformats.org/drawingml/2006/main">
            <a:off x="3514725" y="3467100"/>
            <a:ext cx="1362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F7F3EA"/>
                </a:solidFill>
                <a:latin typeface="Arial"/>
                <a:ea typeface="Arial"/>
                <a:cs typeface="Arial"/>
              </a:defRPr>
            </a:pPr>
            <a:r>
              <a:rPr sz="2025" b="1">
                <a:solidFill>
                  <a:srgbClr val="F7F3EA"/>
                </a:solidFill>
                <a:latin typeface="Arial"/>
                <a:ea typeface="Arial"/>
                <a:cs typeface="Arial"/>
              </a:rPr>
              <a:t>1 · Meet</a:t>
            </a:r>
          </a:p>
        </p:txBody>
      </p:sp>
      <p:sp>
        <p:nvSpPr>
          <p:cNvPr id="9" name="Rectangle 8">
            <a:extLst xmlns:a="http://schemas.openxmlformats.org/drawingml/2006/main">
              <a:ext uri="{FF2B5EF4-FFF2-40B4-BE49-F238E27FC236}">
                <a16:creationId xmlns:a16="http://schemas.microsoft.com/office/drawing/2014/main" id="{830005C0-8267-4C2B-9BA1-C188C08FE0E5}"/>
              </a:ext>
            </a:extLst>
          </p:cNvPr>
          <p:cNvSpPr>
            <a:spLocks xmlns:a="http://schemas.openxmlformats.org/drawingml/2006/main" noGrp="1"/>
          </p:cNvSpPr>
          <p:nvPr/>
        </p:nvSpPr>
        <p:spPr>
          <a:xfrm xmlns:a="http://schemas.openxmlformats.org/drawingml/2006/main">
            <a:off x="5143500" y="3152775"/>
            <a:ext cx="1600200" cy="1076325"/>
          </a:xfrm>
          <a:prstGeom xmlns:a="http://schemas.openxmlformats.org/drawingml/2006/main" prst="rect">
            <a:avLst/>
          </a:prstGeom>
          <a:solidFill xmlns:a="http://schemas.openxmlformats.org/drawingml/2006/main">
            <a:srgbClr val="087D82"/>
          </a:solidFill>
          <a:ln xmlns:a="http://schemas.openxmlformats.org/drawingml/2006/main" w="0">
            <a:solidFill>
              <a:srgbClr val="087D82"/>
            </a:solidFill>
          </a:ln>
        </p:spPr>
      </p:sp>
      <p:sp>
        <p:nvSpPr>
          <p:cNvPr id="10" name="Rectangle 9">
            <a:extLst xmlns:a="http://schemas.openxmlformats.org/drawingml/2006/main">
              <a:ext uri="{FF2B5EF4-FFF2-40B4-BE49-F238E27FC236}">
                <a16:creationId xmlns:a16="http://schemas.microsoft.com/office/drawing/2014/main" id="{01DC7392-CB2F-420A-9148-4DF0C5D16681}"/>
              </a:ext>
            </a:extLst>
          </p:cNvPr>
          <p:cNvSpPr>
            <a:spLocks xmlns:a="http://schemas.openxmlformats.org/drawingml/2006/main" noGrp="1"/>
          </p:cNvSpPr>
          <p:nvPr/>
        </p:nvSpPr>
        <p:spPr>
          <a:xfrm xmlns:a="http://schemas.openxmlformats.org/drawingml/2006/main">
            <a:off x="5276850" y="3467100"/>
            <a:ext cx="1362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F7F3EA"/>
                </a:solidFill>
                <a:latin typeface="Arial"/>
                <a:ea typeface="Arial"/>
                <a:cs typeface="Arial"/>
              </a:defRPr>
            </a:pPr>
            <a:r>
              <a:rPr sz="2025" b="1">
                <a:solidFill>
                  <a:srgbClr val="F7F3EA"/>
                </a:solidFill>
                <a:latin typeface="Arial"/>
                <a:ea typeface="Arial"/>
                <a:cs typeface="Arial"/>
              </a:rPr>
              <a:t>2 · in</a:t>
            </a:r>
          </a:p>
        </p:txBody>
      </p:sp>
      <p:sp>
        <p:nvSpPr>
          <p:cNvPr id="11" name="Rectangle 10">
            <a:extLst xmlns:a="http://schemas.openxmlformats.org/drawingml/2006/main">
              <a:ext uri="{FF2B5EF4-FFF2-40B4-BE49-F238E27FC236}">
                <a16:creationId xmlns:a16="http://schemas.microsoft.com/office/drawing/2014/main" id="{1E0E39B0-21DA-4753-B4A6-1DF0BA8BCAEB}"/>
              </a:ext>
            </a:extLst>
          </p:cNvPr>
          <p:cNvSpPr>
            <a:spLocks xmlns:a="http://schemas.openxmlformats.org/drawingml/2006/main" noGrp="1"/>
          </p:cNvSpPr>
          <p:nvPr/>
        </p:nvSpPr>
        <p:spPr>
          <a:xfrm xmlns:a="http://schemas.openxmlformats.org/drawingml/2006/main">
            <a:off x="6905625" y="3152775"/>
            <a:ext cx="1600200" cy="1076325"/>
          </a:xfrm>
          <a:prstGeom xmlns:a="http://schemas.openxmlformats.org/drawingml/2006/main" prst="rect">
            <a:avLst/>
          </a:prstGeom>
          <a:solidFill xmlns:a="http://schemas.openxmlformats.org/drawingml/2006/main">
            <a:srgbClr val="087D82"/>
          </a:solidFill>
          <a:ln xmlns:a="http://schemas.openxmlformats.org/drawingml/2006/main" w="0">
            <a:solidFill>
              <a:srgbClr val="087D82"/>
            </a:solidFill>
          </a:ln>
        </p:spPr>
      </p:sp>
      <p:sp>
        <p:nvSpPr>
          <p:cNvPr id="12" name="Rectangle 11">
            <a:extLst xmlns:a="http://schemas.openxmlformats.org/drawingml/2006/main">
              <a:ext uri="{FF2B5EF4-FFF2-40B4-BE49-F238E27FC236}">
                <a16:creationId xmlns:a16="http://schemas.microsoft.com/office/drawing/2014/main" id="{0B8E1C34-685C-4548-ACFB-776641597BA7}"/>
              </a:ext>
            </a:extLst>
          </p:cNvPr>
          <p:cNvSpPr>
            <a:spLocks xmlns:a="http://schemas.openxmlformats.org/drawingml/2006/main" noGrp="1"/>
          </p:cNvSpPr>
          <p:nvPr/>
        </p:nvSpPr>
        <p:spPr>
          <a:xfrm xmlns:a="http://schemas.openxmlformats.org/drawingml/2006/main">
            <a:off x="7038975" y="3467100"/>
            <a:ext cx="1362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F7F3EA"/>
                </a:solidFill>
                <a:latin typeface="Arial"/>
                <a:ea typeface="Arial"/>
                <a:cs typeface="Arial"/>
              </a:defRPr>
            </a:pPr>
            <a:r>
              <a:rPr sz="2025" b="1">
                <a:solidFill>
                  <a:srgbClr val="F7F3EA"/>
                </a:solidFill>
                <a:latin typeface="Arial"/>
                <a:ea typeface="Arial"/>
                <a:cs typeface="Arial"/>
              </a:rPr>
              <a:t>3 · Hall A</a:t>
            </a:r>
          </a:p>
        </p:txBody>
      </p:sp>
      <p:sp>
        <p:nvSpPr>
          <p:cNvPr id="13" name="Rectangle 12">
            <a:extLst xmlns:a="http://schemas.openxmlformats.org/drawingml/2006/main">
              <a:ext uri="{FF2B5EF4-FFF2-40B4-BE49-F238E27FC236}">
                <a16:creationId xmlns:a16="http://schemas.microsoft.com/office/drawing/2014/main" id="{B9B7F2B3-DA7D-4467-99E0-0320749F5C37}"/>
              </a:ext>
            </a:extLst>
          </p:cNvPr>
          <p:cNvSpPr>
            <a:spLocks xmlns:a="http://schemas.openxmlformats.org/drawingml/2006/main" noGrp="1"/>
          </p:cNvSpPr>
          <p:nvPr/>
        </p:nvSpPr>
        <p:spPr>
          <a:xfrm xmlns:a="http://schemas.openxmlformats.org/drawingml/2006/main">
            <a:off x="2914650" y="3352800"/>
            <a:ext cx="52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087D82"/>
                </a:solidFill>
                <a:latin typeface="Arial"/>
                <a:ea typeface="Arial"/>
                <a:cs typeface="Arial"/>
              </a:defRPr>
            </a:pPr>
            <a:r>
              <a:rPr sz="3000" b="0">
                <a:solidFill>
                  <a:srgbClr val="087D82"/>
                </a:solidFill>
                <a:latin typeface="Arial"/>
                <a:ea typeface="Arial"/>
                <a:cs typeface="Arial"/>
              </a:rPr>
              <a:t>→</a:t>
            </a:r>
          </a:p>
        </p:txBody>
      </p:sp>
      <p:sp>
        <p:nvSpPr>
          <p:cNvPr id="14" name="Rectangle 13">
            <a:extLst xmlns:a="http://schemas.openxmlformats.org/drawingml/2006/main">
              <a:ext uri="{FF2B5EF4-FFF2-40B4-BE49-F238E27FC236}">
                <a16:creationId xmlns:a16="http://schemas.microsoft.com/office/drawing/2014/main" id="{AE24B9E7-4D39-4A9B-99CF-82E04B7158EE}"/>
              </a:ext>
            </a:extLst>
          </p:cNvPr>
          <p:cNvSpPr>
            <a:spLocks xmlns:a="http://schemas.openxmlformats.org/drawingml/2006/main" noGrp="1"/>
          </p:cNvSpPr>
          <p:nvPr/>
        </p:nvSpPr>
        <p:spPr>
          <a:xfrm xmlns:a="http://schemas.openxmlformats.org/drawingml/2006/main">
            <a:off x="8686800" y="3352800"/>
            <a:ext cx="52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087D82"/>
                </a:solidFill>
                <a:latin typeface="Arial"/>
                <a:ea typeface="Arial"/>
                <a:cs typeface="Arial"/>
              </a:defRPr>
            </a:pPr>
            <a:r>
              <a:rPr sz="3000" b="0">
                <a:solidFill>
                  <a:srgbClr val="087D82"/>
                </a:solidFill>
                <a:latin typeface="Arial"/>
                <a:ea typeface="Arial"/>
                <a:cs typeface="Arial"/>
              </a:rPr>
              <a:t>→</a:t>
            </a:r>
          </a:p>
        </p:txBody>
      </p:sp>
      <p:sp>
        <p:nvSpPr>
          <p:cNvPr id="15" name="Rectangle 14">
            <a:extLst xmlns:a="http://schemas.openxmlformats.org/drawingml/2006/main">
              <a:ext uri="{FF2B5EF4-FFF2-40B4-BE49-F238E27FC236}">
                <a16:creationId xmlns:a16="http://schemas.microsoft.com/office/drawing/2014/main" id="{27C04D71-1398-4084-B7A1-4BC737869F3C}"/>
              </a:ext>
            </a:extLst>
          </p:cNvPr>
          <p:cNvSpPr>
            <a:spLocks xmlns:a="http://schemas.openxmlformats.org/drawingml/2006/main" noGrp="1"/>
          </p:cNvSpPr>
          <p:nvPr/>
        </p:nvSpPr>
        <p:spPr>
          <a:xfrm xmlns:a="http://schemas.openxmlformats.org/drawingml/2006/main">
            <a:off x="9239250" y="2943225"/>
            <a:ext cx="2333625" cy="1685925"/>
          </a:xfrm>
          <a:prstGeom xmlns:a="http://schemas.openxmlformats.org/drawingml/2006/main" prst="rect">
            <a:avLst/>
          </a:prstGeom>
          <a:solidFill xmlns:a="http://schemas.openxmlformats.org/drawingml/2006/main">
            <a:srgbClr val="102B3A"/>
          </a:solidFill>
          <a:ln xmlns:a="http://schemas.openxmlformats.org/drawingml/2006/main" w="0">
            <a:solidFill>
              <a:srgbClr val="102B3A"/>
            </a:solidFill>
          </a:ln>
        </p:spPr>
      </p:sp>
      <p:sp>
        <p:nvSpPr>
          <p:cNvPr id="16" name="Rectangle 15">
            <a:extLst xmlns:a="http://schemas.openxmlformats.org/drawingml/2006/main">
              <a:ext uri="{FF2B5EF4-FFF2-40B4-BE49-F238E27FC236}">
                <a16:creationId xmlns:a16="http://schemas.microsoft.com/office/drawing/2014/main" id="{374ABE32-B5A6-4A5D-B6E0-7B2E883509E3}"/>
              </a:ext>
            </a:extLst>
          </p:cNvPr>
          <p:cNvSpPr>
            <a:spLocks xmlns:a="http://schemas.openxmlformats.org/drawingml/2006/main" noGrp="1"/>
          </p:cNvSpPr>
          <p:nvPr/>
        </p:nvSpPr>
        <p:spPr>
          <a:xfrm xmlns:a="http://schemas.openxmlformats.org/drawingml/2006/main">
            <a:off x="9382125" y="3476625"/>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F7F3EA"/>
                </a:solidFill>
                <a:latin typeface="Arial"/>
                <a:ea typeface="Arial"/>
                <a:cs typeface="Arial"/>
              </a:defRPr>
            </a:pPr>
            <a:r>
              <a:rPr sz="2475" b="1">
                <a:solidFill>
                  <a:srgbClr val="F7F3EA"/>
                </a:solidFill>
                <a:latin typeface="Arial"/>
                <a:ea typeface="Arial"/>
                <a:cs typeface="Arial"/>
              </a:rPr>
              <a:t>Device B</a:t>
            </a:r>
          </a:p>
        </p:txBody>
      </p:sp>
      <p:sp>
        <p:nvSpPr>
          <p:cNvPr id="17" name="Rectangle 16">
            <a:extLst xmlns:a="http://schemas.openxmlformats.org/drawingml/2006/main">
              <a:ext uri="{FF2B5EF4-FFF2-40B4-BE49-F238E27FC236}">
                <a16:creationId xmlns:a16="http://schemas.microsoft.com/office/drawing/2014/main" id="{7E27878E-F7DC-4D58-9059-4B66C59E7A95}"/>
              </a:ext>
            </a:extLst>
          </p:cNvPr>
          <p:cNvSpPr>
            <a:spLocks xmlns:a="http://schemas.openxmlformats.org/drawingml/2006/main" noGrp="1"/>
          </p:cNvSpPr>
          <p:nvPr/>
        </p:nvSpPr>
        <p:spPr>
          <a:xfrm xmlns:a="http://schemas.openxmlformats.org/drawingml/2006/main">
            <a:off x="619125" y="51911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02B3A"/>
                </a:solidFill>
                <a:latin typeface="Arial"/>
                <a:ea typeface="Arial"/>
                <a:cs typeface="Arial"/>
              </a:defRPr>
            </a:pPr>
            <a:r>
              <a:rPr sz="2400" b="0">
                <a:solidFill>
                  <a:srgbClr val="102B3A"/>
                </a:solidFill>
                <a:latin typeface="Arial"/>
                <a:ea typeface="Arial"/>
                <a:cs typeface="Arial"/>
              </a:rPr>
              <a:t>A packet is a small unit of network communication.</a:t>
            </a:r>
          </a:p>
        </p:txBody>
      </p:sp>
      <p:sp>
        <p:nvSpPr>
          <p:cNvPr id="18" name="Rectangle 17">
            <a:extLst xmlns:a="http://schemas.openxmlformats.org/drawingml/2006/main">
              <a:ext uri="{FF2B5EF4-FFF2-40B4-BE49-F238E27FC236}">
                <a16:creationId xmlns:a16="http://schemas.microsoft.com/office/drawing/2014/main" id="{8315F92E-E431-4733-ADD2-723519CE5925}"/>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Simplified analogy, not a capture · Connection details do not necessarily reveal the content.</a:t>
            </a:r>
          </a:p>
        </p:txBody>
      </p:sp>
    </p:spTree>
    <p:extLst>
      <p:ext uri="{BB962C8B-B14F-4D97-AF65-F5344CB8AC3E}">
        <p14:creationId xmlns:p14="http://schemas.microsoft.com/office/powerpoint/2010/main" val="2095842787"/>
      </p:ext>
    </p:extLst>
  </p:cSld>
</p:sld>
</file>

<file path=ppt/slides/slide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D7B2CC3C-9070-41F4-87D4-EF6E546EE181}"/>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A648620C-D500-4B8D-B443-2B58257A9343}"/>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09</a:t>
            </a:r>
          </a:p>
        </p:txBody>
      </p:sp>
      <p:sp>
        <p:nvSpPr>
          <p:cNvPr id="3" name="Rectangle 2">
            <a:extLst xmlns:a="http://schemas.openxmlformats.org/drawingml/2006/main">
              <a:ext uri="{FF2B5EF4-FFF2-40B4-BE49-F238E27FC236}">
                <a16:creationId xmlns:a16="http://schemas.microsoft.com/office/drawing/2014/main" id="{4ADFB82B-945B-42E1-A496-83A2AAD043E1}"/>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Working memory and storage</a:t>
            </a:r>
          </a:p>
        </p:txBody>
      </p:sp>
      <p:pic>
        <p:nvPicPr>
          <p:cNvPr id="15" name="Picture 12"/>
          <p:cNvPicPr>
            <a:picLocks xmlns:a="http://schemas.openxmlformats.org/drawingml/2006/main" noChangeAspect="1"/>
          </p:cNvPicPr>
          <p:nvPr/>
        </p:nvPicPr>
        <p:blipFill>
          <a:blip xmlns:r="http://schemas.openxmlformats.org/officeDocument/2006/relationships" xmlns:a="http://schemas.openxmlformats.org/drawingml/2006/main" r:embed="Rec668c434b3c4dc8"/>
          <a:stretch xmlns:a="http://schemas.openxmlformats.org/drawingml/2006/main"/>
        </p:blipFill>
        <p:spPr>
          <a:xfrm xmlns:a="http://schemas.openxmlformats.org/drawingml/2006/main">
            <a:off x="2288024" y="1619250"/>
            <a:ext cx="7615951" cy="428625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54AD1AFA-703C-4275-840C-3F870F473565}"/>
              </a:ext>
            </a:extLst>
          </p:cNvPr>
          <p:cNvSpPr>
            <a:spLocks xmlns:a="http://schemas.openxmlformats.org/drawingml/2006/main" noGrp="1"/>
          </p:cNvSpPr>
          <p:nvPr/>
        </p:nvSpPr>
        <p:spPr>
          <a:xfrm xmlns:a="http://schemas.openxmlformats.org/drawingml/2006/main">
            <a:off x="619125" y="1866561"/>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D82"/>
                </a:solidFill>
                <a:latin typeface="Arial"/>
                <a:ea typeface="Arial"/>
                <a:cs typeface="Arial"/>
              </a:defRPr>
            </a:pPr>
            <a:r>
              <a:rPr sz="2700" b="1">
                <a:solidFill>
                  <a:srgbClr val="087D82"/>
                </a:solidFill>
                <a:latin typeface="Arial"/>
                <a:ea typeface="Arial"/>
                <a:cs typeface="Arial"/>
              </a:rPr>
              <a:t>Working desk → RAM</a:t>
            </a:r>
          </a:p>
        </p:txBody>
      </p:sp>
      <p:sp>
        <p:nvSpPr>
          <p:cNvPr id="6" name="Rectangle 5">
            <a:extLst xmlns:a="http://schemas.openxmlformats.org/drawingml/2006/main">
              <a:ext uri="{FF2B5EF4-FFF2-40B4-BE49-F238E27FC236}">
                <a16:creationId xmlns:a16="http://schemas.microsoft.com/office/drawing/2014/main" id="{DC856C1C-7BA1-485D-9BED-13D7332FE979}"/>
              </a:ext>
            </a:extLst>
          </p:cNvPr>
          <p:cNvSpPr>
            <a:spLocks xmlns:a="http://schemas.openxmlformats.org/drawingml/2006/main" noGrp="1"/>
          </p:cNvSpPr>
          <p:nvPr/>
        </p:nvSpPr>
        <p:spPr>
          <a:xfrm xmlns:a="http://schemas.openxmlformats.org/drawingml/2006/main">
            <a:off x="7715250" y="1855803"/>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02B3A"/>
                </a:solidFill>
                <a:latin typeface="Arial"/>
                <a:ea typeface="Arial"/>
                <a:cs typeface="Arial"/>
              </a:defRPr>
            </a:pPr>
            <a:r>
              <a:rPr sz="2550" b="1">
                <a:solidFill>
                  <a:srgbClr val="102B3A"/>
                </a:solidFill>
                <a:latin typeface="Arial"/>
                <a:ea typeface="Arial"/>
                <a:cs typeface="Arial"/>
              </a:rPr>
              <a:t>Cabinet → storage</a:t>
            </a:r>
          </a:p>
        </p:txBody>
      </p:sp>
      <p:sp>
        <p:nvSpPr>
          <p:cNvPr id="7" name="Rectangle 6">
            <a:extLst xmlns:a="http://schemas.openxmlformats.org/drawingml/2006/main">
              <a:ext uri="{FF2B5EF4-FFF2-40B4-BE49-F238E27FC236}">
                <a16:creationId xmlns:a16="http://schemas.microsoft.com/office/drawing/2014/main" id="{98F41440-ADC0-43A3-8D32-A0E9659F3C1E}"/>
              </a:ext>
            </a:extLst>
          </p:cNvPr>
          <p:cNvSpPr>
            <a:spLocks xmlns:a="http://schemas.openxmlformats.org/drawingml/2006/main" noGrp="1"/>
          </p:cNvSpPr>
          <p:nvPr/>
        </p:nvSpPr>
        <p:spPr>
          <a:xfrm xmlns:a="http://schemas.openxmlformats.org/drawingml/2006/main">
            <a:off x="762000" y="5724525"/>
            <a:ext cx="581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087D82"/>
                </a:solidFill>
                <a:latin typeface="Arial"/>
                <a:ea typeface="Arial"/>
                <a:cs typeface="Arial"/>
              </a:defRPr>
            </a:pPr>
            <a:r>
              <a:rPr sz="2400" b="0">
                <a:solidFill>
                  <a:srgbClr val="087D82"/>
                </a:solidFill>
                <a:latin typeface="Arial"/>
                <a:ea typeface="Arial"/>
                <a:cs typeface="Arial"/>
              </a:rPr>
              <a:t>Active right now</a:t>
            </a:r>
          </a:p>
        </p:txBody>
      </p:sp>
      <p:sp>
        <p:nvSpPr>
          <p:cNvPr id="8" name="Rectangle 7">
            <a:extLst xmlns:a="http://schemas.openxmlformats.org/drawingml/2006/main">
              <a:ext uri="{FF2B5EF4-FFF2-40B4-BE49-F238E27FC236}">
                <a16:creationId xmlns:a16="http://schemas.microsoft.com/office/drawing/2014/main" id="{05C7CFB0-A2EC-48FA-B0FC-ECC5B3CDF6B5}"/>
              </a:ext>
            </a:extLst>
          </p:cNvPr>
          <p:cNvSpPr>
            <a:spLocks xmlns:a="http://schemas.openxmlformats.org/drawingml/2006/main" noGrp="1"/>
          </p:cNvSpPr>
          <p:nvPr/>
        </p:nvSpPr>
        <p:spPr>
          <a:xfrm xmlns:a="http://schemas.openxmlformats.org/drawingml/2006/main">
            <a:off x="7877175" y="5724525"/>
            <a:ext cx="3619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02B3A"/>
                </a:solidFill>
                <a:latin typeface="Arial"/>
                <a:ea typeface="Arial"/>
                <a:cs typeface="Arial"/>
              </a:defRPr>
            </a:pPr>
            <a:r>
              <a:rPr sz="2400" b="0">
                <a:solidFill>
                  <a:srgbClr val="102B3A"/>
                </a:solidFill>
                <a:latin typeface="Arial"/>
                <a:ea typeface="Arial"/>
                <a:cs typeface="Arial"/>
              </a:rPr>
              <a:t>Saved for later</a:t>
            </a:r>
          </a:p>
        </p:txBody>
      </p:sp>
      <p:sp>
        <p:nvSpPr>
          <p:cNvPr id="9" name="Rectangle 8">
            <a:extLst xmlns:a="http://schemas.openxmlformats.org/drawingml/2006/main">
              <a:ext uri="{FF2B5EF4-FFF2-40B4-BE49-F238E27FC236}">
                <a16:creationId xmlns:a16="http://schemas.microsoft.com/office/drawing/2014/main" id="{46017936-0849-4718-ACDE-7EB41A9D08C9}"/>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Where would a currently running program belong?</a:t>
            </a:r>
          </a:p>
        </p:txBody>
      </p:sp>
    </p:spTree>
    <p:extLst>
      <p:ext uri="{BB962C8B-B14F-4D97-AF65-F5344CB8AC3E}">
        <p14:creationId xmlns:p14="http://schemas.microsoft.com/office/powerpoint/2010/main" val="787657681"/>
      </p:ext>
    </p:extLst>
  </p:cSld>
</p:sld>
</file>

<file path=ppt/slides/slide1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91CE1D9E-EAC3-4FE7-9C33-AE50F514A741}"/>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67F99D9A-1FC1-4CED-873D-748D435115AB}"/>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10</a:t>
            </a:r>
          </a:p>
        </p:txBody>
      </p:sp>
      <p:sp>
        <p:nvSpPr>
          <p:cNvPr id="3" name="Rectangle 2">
            <a:extLst xmlns:a="http://schemas.openxmlformats.org/drawingml/2006/main">
              <a:ext uri="{FF2B5EF4-FFF2-40B4-BE49-F238E27FC236}">
                <a16:creationId xmlns:a16="http://schemas.microsoft.com/office/drawing/2014/main" id="{77D855D3-8309-4AF9-9A7B-11DCF71A54F6}"/>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Cloud and database forensics</a:t>
            </a:r>
          </a:p>
        </p:txBody>
      </p:sp>
      <p:sp>
        <p:nvSpPr>
          <p:cNvPr id="4" name="Rectangle 3">
            <a:extLst xmlns:a="http://schemas.openxmlformats.org/drawingml/2006/main">
              <a:ext uri="{FF2B5EF4-FFF2-40B4-BE49-F238E27FC236}">
                <a16:creationId xmlns:a16="http://schemas.microsoft.com/office/drawing/2014/main" id="{1B5523D8-2269-4B10-91E8-701324BA0510}"/>
              </a:ext>
            </a:extLst>
          </p:cNvPr>
          <p:cNvSpPr>
            <a:spLocks xmlns:a="http://schemas.openxmlformats.org/drawingml/2006/main" noGrp="1"/>
          </p:cNvSpPr>
          <p:nvPr/>
        </p:nvSpPr>
        <p:spPr>
          <a:xfrm xmlns:a="http://schemas.openxmlformats.org/drawingml/2006/main">
            <a:off x="619125" y="2009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087D82"/>
                </a:solidFill>
                <a:latin typeface="Arial"/>
                <a:ea typeface="Arial"/>
                <a:cs typeface="Arial"/>
              </a:defRPr>
            </a:pPr>
            <a:r>
              <a:rPr sz="2775" b="0">
                <a:solidFill>
                  <a:srgbClr val="087D82"/>
                </a:solidFill>
                <a:latin typeface="Arial"/>
                <a:ea typeface="Arial"/>
                <a:cs typeface="Arial"/>
              </a:rPr>
              <a:t>A service keeps records elsewhere</a:t>
            </a:r>
          </a:p>
        </p:txBody>
      </p:sp>
      <p:graphicFrame>
        <p:nvGraphicFramePr>
          <p:cNvPr id="14" name="Table 11"/>
          <p:cNvGraphicFramePr/>
          <p:nvPr/>
        </p:nvGraphicFramePr>
        <p:xfrm>
          <a:off xmlns:a="http://schemas.openxmlformats.org/drawingml/2006/main" x="619125" y="3133725"/>
          <a:ext xmlns:a="http://schemas.openxmlformats.org/drawingml/2006/main" cx="10906125" cy="1714500"/>
        </p:xfrm>
        <a:graphic xmlns:a="http://schemas.openxmlformats.org/drawingml/2006/main">
          <a:graphicData uri="http://schemas.openxmlformats.org/drawingml/2006/table">
            <a:tbl>
              <a:tblPr/>
              <a:tblGrid>
                <a:gridCol w="5448300"/>
                <a:gridCol w="5457825"/>
              </a:tblGrid>
              <a:tr h="857250">
                <a:tc>
                  <a:txBody>
                    <a:bodyPr/>
                    <a:lstStyle/>
                    <a:p>
                      <a:r>
                        <a:rPr sz="1500" b="1">
                          <a:solidFill>
                            <a:srgbClr val="087D82"/>
                          </a:solidFill>
                          <a:latin typeface="Arial"/>
                          <a:ea typeface="Arial"/>
                          <a:cs typeface="Arial"/>
                        </a:rPr>
                        <a:t>BEFORE</a:t>
                      </a:r>
                    </a:p>
                  </a:txBody>
                  <a:tcPr marL="91440" marR="91440" marT="45720" marB="45720">
                    <a:solidFill>
                      <a:srgbClr val="F7F3EA"/>
                    </a:solidFill>
                  </a:tcPr>
                </a:tc>
                <a:tc>
                  <a:txBody>
                    <a:bodyPr/>
                    <a:lstStyle/>
                    <a:p>
                      <a:r>
                        <a:rPr sz="1500" b="1">
                          <a:solidFill>
                            <a:srgbClr val="087D82"/>
                          </a:solidFill>
                          <a:latin typeface="Arial"/>
                          <a:ea typeface="Arial"/>
                          <a:cs typeface="Arial"/>
                        </a:rPr>
                        <a:t>AFTER</a:t>
                      </a:r>
                    </a:p>
                  </a:txBody>
                  <a:tcPr marL="91440" marR="91440" marT="45720" marB="45720">
                    <a:solidFill>
                      <a:srgbClr val="F7F3EA"/>
                    </a:solidFill>
                  </a:tcPr>
                </a:tc>
              </a:tr>
              <a:tr h="857250">
                <a:tc>
                  <a:txBody>
                    <a:bodyPr/>
                    <a:lstStyle/>
                    <a:p>
                      <a:r>
                        <a:rPr sz="2850" b="0">
                          <a:solidFill>
                            <a:srgbClr val="102B3A"/>
                          </a:solidFill>
                          <a:latin typeface="Arial"/>
                          <a:ea typeface="Arial"/>
                          <a:cs typeface="Arial"/>
                        </a:rPr>
                        <a:t>File 42: private</a:t>
                      </a:r>
                    </a:p>
                  </a:txBody>
                  <a:tcPr marL="91440" marR="91440" marT="45720" marB="45720">
                    <a:solidFill>
                      <a:srgbClr val="F7F3EA"/>
                    </a:solidFill>
                  </a:tcPr>
                </a:tc>
                <a:tc>
                  <a:txBody>
                    <a:bodyPr/>
                    <a:lstStyle/>
                    <a:p>
                      <a:r>
                        <a:rPr sz="2850" b="0">
                          <a:solidFill>
                            <a:srgbClr val="102B3A"/>
                          </a:solidFill>
                          <a:latin typeface="Arial"/>
                          <a:ea typeface="Arial"/>
                          <a:cs typeface="Arial"/>
                        </a:rPr>
                        <a:t>File 42: shared</a:t>
                      </a:r>
                    </a:p>
                  </a:txBody>
                  <a:tcPr marL="91440" marR="91440" marT="45720" marB="45720">
                    <a:solidFill>
                      <a:srgbClr val="F7F3EA"/>
                    </a:solidFill>
                  </a:tcPr>
                </a:tc>
              </a:tr>
            </a:tbl>
          </a:graphicData>
        </a:graphic>
      </p:graphicFrame>
      <p:sp>
        <p:nvSpPr>
          <p:cNvPr id="6" name="Rectangle 5">
            <a:extLst xmlns:a="http://schemas.openxmlformats.org/drawingml/2006/main">
              <a:ext uri="{FF2B5EF4-FFF2-40B4-BE49-F238E27FC236}">
                <a16:creationId xmlns:a16="http://schemas.microsoft.com/office/drawing/2014/main" id="{36B37E8D-55D8-44F6-9A33-A069A532E4CB}"/>
              </a:ext>
            </a:extLst>
          </p:cNvPr>
          <p:cNvSpPr>
            <a:spLocks xmlns:a="http://schemas.openxmlformats.org/drawingml/2006/main" noGrp="1"/>
          </p:cNvSpPr>
          <p:nvPr/>
        </p:nvSpPr>
        <p:spPr>
          <a:xfrm xmlns:a="http://schemas.openxmlformats.org/drawingml/2006/main">
            <a:off x="619125" y="53816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102B3A"/>
                </a:solidFill>
                <a:latin typeface="Arial"/>
                <a:ea typeface="Arial"/>
                <a:cs typeface="Arial"/>
              </a:defRPr>
            </a:pPr>
            <a:r>
              <a:rPr sz="2475" b="1">
                <a:solidFill>
                  <a:srgbClr val="102B3A"/>
                </a:solidFill>
                <a:latin typeface="Arial"/>
                <a:ea typeface="Arial"/>
                <a:cs typeface="Arial"/>
              </a:rPr>
              <a:t>An activity record may explain this change.</a:t>
            </a:r>
          </a:p>
        </p:txBody>
      </p:sp>
      <p:sp>
        <p:nvSpPr>
          <p:cNvPr id="7" name="Rectangle 6">
            <a:extLst xmlns:a="http://schemas.openxmlformats.org/drawingml/2006/main">
              <a:ext uri="{FF2B5EF4-FFF2-40B4-BE49-F238E27FC236}">
                <a16:creationId xmlns:a16="http://schemas.microsoft.com/office/drawing/2014/main" id="{CFE2B6B8-5D0A-40E7-A103-F9ADFA8A3A2F}"/>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Fictional sharing example · A database is an organized set of records.</a:t>
            </a:r>
          </a:p>
        </p:txBody>
      </p:sp>
    </p:spTree>
    <p:extLst>
      <p:ext uri="{BB962C8B-B14F-4D97-AF65-F5344CB8AC3E}">
        <p14:creationId xmlns:p14="http://schemas.microsoft.com/office/powerpoint/2010/main" val="1377453055"/>
      </p:ext>
    </p:extLst>
  </p:cSld>
</p:sld>
</file>

<file path=ppt/slides/slide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B571C384-C2C9-4EAC-BA73-CA78881169E0}"/>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921242A0-1EAB-4802-99C0-925B2671CC77}"/>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12</a:t>
            </a:r>
          </a:p>
        </p:txBody>
      </p:sp>
      <p:sp>
        <p:nvSpPr>
          <p:cNvPr id="3" name="Rectangle 2">
            <a:extLst xmlns:a="http://schemas.openxmlformats.org/drawingml/2006/main">
              <a:ext uri="{FF2B5EF4-FFF2-40B4-BE49-F238E27FC236}">
                <a16:creationId xmlns:a16="http://schemas.microsoft.com/office/drawing/2014/main" id="{388631CC-636E-42B0-90AB-0645CDD4E66A}"/>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Useful starting points</a:t>
            </a:r>
          </a:p>
        </p:txBody>
      </p:sp>
      <p:sp>
        <p:nvSpPr>
          <p:cNvPr id="4" name="Rectangle 3">
            <a:extLst xmlns:a="http://schemas.openxmlformats.org/drawingml/2006/main">
              <a:ext uri="{FF2B5EF4-FFF2-40B4-BE49-F238E27FC236}">
                <a16:creationId xmlns:a16="http://schemas.microsoft.com/office/drawing/2014/main" id="{AB819DDA-5B1C-4574-94DA-3BF6B8E9B819}"/>
              </a:ext>
            </a:extLst>
          </p:cNvPr>
          <p:cNvSpPr>
            <a:spLocks xmlns:a="http://schemas.openxmlformats.org/drawingml/2006/main" noGrp="1"/>
          </p:cNvSpPr>
          <p:nvPr/>
        </p:nvSpPr>
        <p:spPr>
          <a:xfrm xmlns:a="http://schemas.openxmlformats.org/drawingml/2006/main">
            <a:off x="619125" y="2209800"/>
            <a:ext cx="590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102B3A"/>
                </a:solidFill>
                <a:latin typeface="Arial"/>
                <a:ea typeface="Arial"/>
                <a:cs typeface="Arial"/>
              </a:defRPr>
            </a:pPr>
            <a:r>
              <a:rPr sz="2850" b="0">
                <a:solidFill>
                  <a:srgbClr val="102B3A"/>
                </a:solidFill>
                <a:latin typeface="Arial"/>
                <a:ea typeface="Arial"/>
                <a:cs typeface="Arial"/>
              </a:rPr>
              <a:t>Missing file</a:t>
            </a:r>
          </a:p>
        </p:txBody>
      </p:sp>
      <p:sp>
        <p:nvSpPr>
          <p:cNvPr id="5" name="Rectangle 4">
            <a:extLst xmlns:a="http://schemas.openxmlformats.org/drawingml/2006/main">
              <a:ext uri="{FF2B5EF4-FFF2-40B4-BE49-F238E27FC236}">
                <a16:creationId xmlns:a16="http://schemas.microsoft.com/office/drawing/2014/main" id="{65CED224-2A3A-47D6-BD08-23E2353E6576}"/>
              </a:ext>
            </a:extLst>
          </p:cNvPr>
          <p:cNvSpPr>
            <a:spLocks xmlns:a="http://schemas.openxmlformats.org/drawingml/2006/main" noGrp="1"/>
          </p:cNvSpPr>
          <p:nvPr/>
        </p:nvSpPr>
        <p:spPr>
          <a:xfrm xmlns:a="http://schemas.openxmlformats.org/drawingml/2006/main">
            <a:off x="6096000" y="2209800"/>
            <a:ext cx="904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0">
                <a:solidFill>
                  <a:srgbClr val="087D82"/>
                </a:solidFill>
                <a:latin typeface="Arial"/>
                <a:ea typeface="Arial"/>
                <a:cs typeface="Arial"/>
              </a:defRPr>
            </a:pPr>
            <a:r>
              <a:rPr sz="3375" b="0">
                <a:solidFill>
                  <a:srgbClr val="087D82"/>
                </a:solidFill>
                <a:latin typeface="Arial"/>
                <a:ea typeface="Arial"/>
                <a:cs typeface="Arial"/>
              </a:rPr>
              <a:t>→</a:t>
            </a:r>
          </a:p>
        </p:txBody>
      </p:sp>
      <p:sp>
        <p:nvSpPr>
          <p:cNvPr id="6" name="Rectangle 5">
            <a:extLst xmlns:a="http://schemas.openxmlformats.org/drawingml/2006/main">
              <a:ext uri="{FF2B5EF4-FFF2-40B4-BE49-F238E27FC236}">
                <a16:creationId xmlns:a16="http://schemas.microsoft.com/office/drawing/2014/main" id="{ADECF2EF-44D4-4113-9A4E-2EFAA2EF512B}"/>
              </a:ext>
            </a:extLst>
          </p:cNvPr>
          <p:cNvSpPr>
            <a:spLocks xmlns:a="http://schemas.openxmlformats.org/drawingml/2006/main" noGrp="1"/>
          </p:cNvSpPr>
          <p:nvPr/>
        </p:nvSpPr>
        <p:spPr>
          <a:xfrm xmlns:a="http://schemas.openxmlformats.org/drawingml/2006/main">
            <a:off x="7591425" y="2209800"/>
            <a:ext cx="3810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087D82"/>
                </a:solidFill>
                <a:latin typeface="Arial"/>
                <a:ea typeface="Arial"/>
                <a:cs typeface="Arial"/>
              </a:defRPr>
            </a:pPr>
            <a:r>
              <a:rPr sz="3000" b="1">
                <a:solidFill>
                  <a:srgbClr val="087D82"/>
                </a:solidFill>
                <a:latin typeface="Arial"/>
                <a:ea typeface="Arial"/>
                <a:cs typeface="Arial"/>
              </a:rPr>
              <a:t>Computer</a:t>
            </a:r>
          </a:p>
        </p:txBody>
      </p:sp>
      <p:sp>
        <p:nvSpPr>
          <p:cNvPr id="7" name="Rectangle 6">
            <a:extLst xmlns:a="http://schemas.openxmlformats.org/drawingml/2006/main">
              <a:ext uri="{FF2B5EF4-FFF2-40B4-BE49-F238E27FC236}">
                <a16:creationId xmlns:a16="http://schemas.microsoft.com/office/drawing/2014/main" id="{3FF63E03-2A6D-4CE7-8F7D-54774A4FB60C}"/>
              </a:ext>
            </a:extLst>
          </p:cNvPr>
          <p:cNvSpPr>
            <a:spLocks xmlns:a="http://schemas.openxmlformats.org/drawingml/2006/main" noGrp="1"/>
          </p:cNvSpPr>
          <p:nvPr/>
        </p:nvSpPr>
        <p:spPr>
          <a:xfrm xmlns:a="http://schemas.openxmlformats.org/drawingml/2006/main">
            <a:off x="619125" y="3476625"/>
            <a:ext cx="590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102B3A"/>
                </a:solidFill>
                <a:latin typeface="Arial"/>
                <a:ea typeface="Arial"/>
                <a:cs typeface="Arial"/>
              </a:defRPr>
            </a:pPr>
            <a:r>
              <a:rPr sz="2850" b="0">
                <a:solidFill>
                  <a:srgbClr val="102B3A"/>
                </a:solidFill>
                <a:latin typeface="Arial"/>
                <a:ea typeface="Arial"/>
                <a:cs typeface="Arial"/>
              </a:rPr>
              <a:t>Exchanged traffic</a:t>
            </a:r>
          </a:p>
        </p:txBody>
      </p:sp>
      <p:sp>
        <p:nvSpPr>
          <p:cNvPr id="8" name="Rectangle 7">
            <a:extLst xmlns:a="http://schemas.openxmlformats.org/drawingml/2006/main">
              <a:ext uri="{FF2B5EF4-FFF2-40B4-BE49-F238E27FC236}">
                <a16:creationId xmlns:a16="http://schemas.microsoft.com/office/drawing/2014/main" id="{25FEA93A-2840-4878-AFD9-1B77EA77A056}"/>
              </a:ext>
            </a:extLst>
          </p:cNvPr>
          <p:cNvSpPr>
            <a:spLocks xmlns:a="http://schemas.openxmlformats.org/drawingml/2006/main" noGrp="1"/>
          </p:cNvSpPr>
          <p:nvPr/>
        </p:nvSpPr>
        <p:spPr>
          <a:xfrm xmlns:a="http://schemas.openxmlformats.org/drawingml/2006/main">
            <a:off x="6096000" y="3476625"/>
            <a:ext cx="904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0">
                <a:solidFill>
                  <a:srgbClr val="087D82"/>
                </a:solidFill>
                <a:latin typeface="Arial"/>
                <a:ea typeface="Arial"/>
                <a:cs typeface="Arial"/>
              </a:defRPr>
            </a:pPr>
            <a:r>
              <a:rPr sz="3375" b="0">
                <a:solidFill>
                  <a:srgbClr val="087D82"/>
                </a:solidFill>
                <a:latin typeface="Arial"/>
                <a:ea typeface="Arial"/>
                <a:cs typeface="Arial"/>
              </a:rPr>
              <a:t>→</a:t>
            </a:r>
          </a:p>
        </p:txBody>
      </p:sp>
      <p:sp>
        <p:nvSpPr>
          <p:cNvPr id="9" name="Rectangle 8">
            <a:extLst xmlns:a="http://schemas.openxmlformats.org/drawingml/2006/main">
              <a:ext uri="{FF2B5EF4-FFF2-40B4-BE49-F238E27FC236}">
                <a16:creationId xmlns:a16="http://schemas.microsoft.com/office/drawing/2014/main" id="{6E3C707A-D45D-4E40-B650-DFFCDD30E9CC}"/>
              </a:ext>
            </a:extLst>
          </p:cNvPr>
          <p:cNvSpPr>
            <a:spLocks xmlns:a="http://schemas.openxmlformats.org/drawingml/2006/main" noGrp="1"/>
          </p:cNvSpPr>
          <p:nvPr/>
        </p:nvSpPr>
        <p:spPr>
          <a:xfrm xmlns:a="http://schemas.openxmlformats.org/drawingml/2006/main">
            <a:off x="7591425" y="3476625"/>
            <a:ext cx="3810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087D82"/>
                </a:solidFill>
                <a:latin typeface="Arial"/>
                <a:ea typeface="Arial"/>
                <a:cs typeface="Arial"/>
              </a:defRPr>
            </a:pPr>
            <a:r>
              <a:rPr sz="3000" b="1">
                <a:solidFill>
                  <a:srgbClr val="087D82"/>
                </a:solidFill>
                <a:latin typeface="Arial"/>
                <a:ea typeface="Arial"/>
                <a:cs typeface="Arial"/>
              </a:rPr>
              <a:t>Network</a:t>
            </a:r>
          </a:p>
        </p:txBody>
      </p:sp>
      <p:sp>
        <p:nvSpPr>
          <p:cNvPr id="10" name="Rectangle 9">
            <a:extLst xmlns:a="http://schemas.openxmlformats.org/drawingml/2006/main">
              <a:ext uri="{FF2B5EF4-FFF2-40B4-BE49-F238E27FC236}">
                <a16:creationId xmlns:a16="http://schemas.microsoft.com/office/drawing/2014/main" id="{24A0F5D0-0451-446B-8A82-479A30B83471}"/>
              </a:ext>
            </a:extLst>
          </p:cNvPr>
          <p:cNvSpPr>
            <a:spLocks xmlns:a="http://schemas.openxmlformats.org/drawingml/2006/main" noGrp="1"/>
          </p:cNvSpPr>
          <p:nvPr/>
        </p:nvSpPr>
        <p:spPr>
          <a:xfrm xmlns:a="http://schemas.openxmlformats.org/drawingml/2006/main">
            <a:off x="619125" y="4743450"/>
            <a:ext cx="590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102B3A"/>
                </a:solidFill>
                <a:latin typeface="Arial"/>
                <a:ea typeface="Arial"/>
                <a:cs typeface="Arial"/>
              </a:defRPr>
            </a:pPr>
            <a:r>
              <a:rPr sz="2850" b="0">
                <a:solidFill>
                  <a:srgbClr val="102B3A"/>
                </a:solidFill>
                <a:latin typeface="Arial"/>
                <a:ea typeface="Arial"/>
                <a:cs typeface="Arial"/>
              </a:rPr>
              <a:t>Active programs</a:t>
            </a:r>
          </a:p>
        </p:txBody>
      </p:sp>
      <p:sp>
        <p:nvSpPr>
          <p:cNvPr id="11" name="Rectangle 10">
            <a:extLst xmlns:a="http://schemas.openxmlformats.org/drawingml/2006/main">
              <a:ext uri="{FF2B5EF4-FFF2-40B4-BE49-F238E27FC236}">
                <a16:creationId xmlns:a16="http://schemas.microsoft.com/office/drawing/2014/main" id="{06B4D187-A572-4434-B4E7-2B3381BE258D}"/>
              </a:ext>
            </a:extLst>
          </p:cNvPr>
          <p:cNvSpPr>
            <a:spLocks xmlns:a="http://schemas.openxmlformats.org/drawingml/2006/main" noGrp="1"/>
          </p:cNvSpPr>
          <p:nvPr/>
        </p:nvSpPr>
        <p:spPr>
          <a:xfrm xmlns:a="http://schemas.openxmlformats.org/drawingml/2006/main">
            <a:off x="6096000" y="4743450"/>
            <a:ext cx="904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0">
                <a:solidFill>
                  <a:srgbClr val="087D82"/>
                </a:solidFill>
                <a:latin typeface="Arial"/>
                <a:ea typeface="Arial"/>
                <a:cs typeface="Arial"/>
              </a:defRPr>
            </a:pPr>
            <a:r>
              <a:rPr sz="3375" b="0">
                <a:solidFill>
                  <a:srgbClr val="087D82"/>
                </a:solidFill>
                <a:latin typeface="Arial"/>
                <a:ea typeface="Arial"/>
                <a:cs typeface="Arial"/>
              </a:rPr>
              <a:t>→</a:t>
            </a:r>
          </a:p>
        </p:txBody>
      </p:sp>
      <p:sp>
        <p:nvSpPr>
          <p:cNvPr id="12" name="Rectangle 11">
            <a:extLst xmlns:a="http://schemas.openxmlformats.org/drawingml/2006/main">
              <a:ext uri="{FF2B5EF4-FFF2-40B4-BE49-F238E27FC236}">
                <a16:creationId xmlns:a16="http://schemas.microsoft.com/office/drawing/2014/main" id="{8793F767-600F-493F-A6FA-32764B766247}"/>
              </a:ext>
            </a:extLst>
          </p:cNvPr>
          <p:cNvSpPr>
            <a:spLocks xmlns:a="http://schemas.openxmlformats.org/drawingml/2006/main" noGrp="1"/>
          </p:cNvSpPr>
          <p:nvPr/>
        </p:nvSpPr>
        <p:spPr>
          <a:xfrm xmlns:a="http://schemas.openxmlformats.org/drawingml/2006/main">
            <a:off x="7591425" y="4743450"/>
            <a:ext cx="3810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087D82"/>
                </a:solidFill>
                <a:latin typeface="Arial"/>
                <a:ea typeface="Arial"/>
                <a:cs typeface="Arial"/>
              </a:defRPr>
            </a:pPr>
            <a:r>
              <a:rPr sz="3000" b="1">
                <a:solidFill>
                  <a:srgbClr val="087D82"/>
                </a:solidFill>
                <a:latin typeface="Arial"/>
                <a:ea typeface="Arial"/>
                <a:cs typeface="Arial"/>
              </a:rPr>
              <a:t>Memory</a:t>
            </a:r>
          </a:p>
        </p:txBody>
      </p:sp>
      <p:sp>
        <p:nvSpPr>
          <p:cNvPr id="13" name="Rectangle 12">
            <a:extLst xmlns:a="http://schemas.openxmlformats.org/drawingml/2006/main">
              <a:ext uri="{FF2B5EF4-FFF2-40B4-BE49-F238E27FC236}">
                <a16:creationId xmlns:a16="http://schemas.microsoft.com/office/drawing/2014/main" id="{DE1E6169-E032-41A9-BE72-C841E2A0C39E}"/>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Useful starting points · Branches can overlap.</a:t>
            </a:r>
          </a:p>
        </p:txBody>
      </p:sp>
    </p:spTree>
    <p:extLst>
      <p:ext uri="{BB962C8B-B14F-4D97-AF65-F5344CB8AC3E}">
        <p14:creationId xmlns:p14="http://schemas.microsoft.com/office/powerpoint/2010/main" val="1086328695"/>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0" name="Rectangle 19">
            <a:extLst xmlns:a="http://schemas.openxmlformats.org/drawingml/2006/main">
              <a:ext uri="{FF2B5EF4-FFF2-40B4-BE49-F238E27FC236}">
                <a16:creationId xmlns:a16="http://schemas.microsoft.com/office/drawing/2014/main" id="{8E1F8A1C-4E57-47FB-969C-E5210E9D1573}"/>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387779A9-45AD-4F30-BD1C-68F7F92EF6BE}"/>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13</a:t>
            </a:r>
          </a:p>
        </p:txBody>
      </p:sp>
      <p:sp>
        <p:nvSpPr>
          <p:cNvPr id="3" name="Rectangle 2">
            <a:extLst xmlns:a="http://schemas.openxmlformats.org/drawingml/2006/main">
              <a:ext uri="{FF2B5EF4-FFF2-40B4-BE49-F238E27FC236}">
                <a16:creationId xmlns:a16="http://schemas.microsoft.com/office/drawing/2014/main" id="{F70CCEC7-ED31-4117-A69A-5433AC9EC9DF}"/>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The examination workflow</a:t>
            </a:r>
          </a:p>
        </p:txBody>
      </p:sp>
      <p:sp>
        <p:nvSpPr>
          <p:cNvPr id="4" name="Rectangle 3">
            <a:extLst xmlns:a="http://schemas.openxmlformats.org/drawingml/2006/main">
              <a:ext uri="{FF2B5EF4-FFF2-40B4-BE49-F238E27FC236}">
                <a16:creationId xmlns:a16="http://schemas.microsoft.com/office/drawing/2014/main" id="{E3CDF769-6C44-41B9-B13E-ECF6133C6589}"/>
              </a:ext>
            </a:extLst>
          </p:cNvPr>
          <p:cNvSpPr>
            <a:spLocks xmlns:a="http://schemas.openxmlformats.org/drawingml/2006/main" noGrp="1"/>
          </p:cNvSpPr>
          <p:nvPr/>
        </p:nvSpPr>
        <p:spPr>
          <a:xfrm xmlns:a="http://schemas.openxmlformats.org/drawingml/2006/main">
            <a:off x="619125" y="2295525"/>
            <a:ext cx="228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650" b="1">
                <a:solidFill>
                  <a:srgbClr val="087D82"/>
                </a:solidFill>
                <a:latin typeface="Arial"/>
                <a:ea typeface="Arial"/>
                <a:cs typeface="Arial"/>
              </a:defRPr>
            </a:pPr>
            <a:r>
              <a:rPr sz="4650" b="1">
                <a:solidFill>
                  <a:srgbClr val="087D82"/>
                </a:solidFill>
                <a:latin typeface="Arial"/>
                <a:ea typeface="Arial"/>
                <a:cs typeface="Arial"/>
              </a:rPr>
              <a:t>01</a:t>
            </a:r>
          </a:p>
        </p:txBody>
      </p:sp>
      <p:sp>
        <p:nvSpPr>
          <p:cNvPr id="5" name="Rectangle 4">
            <a:extLst xmlns:a="http://schemas.openxmlformats.org/drawingml/2006/main">
              <a:ext uri="{FF2B5EF4-FFF2-40B4-BE49-F238E27FC236}">
                <a16:creationId xmlns:a16="http://schemas.microsoft.com/office/drawing/2014/main" id="{474C4BD4-9031-4498-A663-D1CED95EE85B}"/>
              </a:ext>
            </a:extLst>
          </p:cNvPr>
          <p:cNvSpPr>
            <a:spLocks xmlns:a="http://schemas.openxmlformats.org/drawingml/2006/main" noGrp="1"/>
          </p:cNvSpPr>
          <p:nvPr/>
        </p:nvSpPr>
        <p:spPr>
          <a:xfrm xmlns:a="http://schemas.openxmlformats.org/drawingml/2006/main">
            <a:off x="619125" y="3467100"/>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02B3A"/>
                </a:solidFill>
                <a:latin typeface="Arial"/>
                <a:ea typeface="Arial"/>
                <a:cs typeface="Arial"/>
              </a:defRPr>
            </a:pPr>
            <a:r>
              <a:rPr sz="2925" b="1">
                <a:solidFill>
                  <a:srgbClr val="102B3A"/>
                </a:solidFill>
                <a:latin typeface="Arial"/>
                <a:ea typeface="Arial"/>
                <a:cs typeface="Arial"/>
              </a:rPr>
              <a:t>Collect</a:t>
            </a:r>
          </a:p>
        </p:txBody>
      </p:sp>
      <p:sp>
        <p:nvSpPr>
          <p:cNvPr id="6" name="Rectangle 5">
            <a:extLst xmlns:a="http://schemas.openxmlformats.org/drawingml/2006/main">
              <a:ext uri="{FF2B5EF4-FFF2-40B4-BE49-F238E27FC236}">
                <a16:creationId xmlns:a16="http://schemas.microsoft.com/office/drawing/2014/main" id="{A47CF50A-63D2-4071-BAD7-8A5D52CA33BF}"/>
              </a:ext>
            </a:extLst>
          </p:cNvPr>
          <p:cNvSpPr>
            <a:spLocks xmlns:a="http://schemas.openxmlformats.org/drawingml/2006/main" noGrp="1"/>
          </p:cNvSpPr>
          <p:nvPr/>
        </p:nvSpPr>
        <p:spPr>
          <a:xfrm xmlns:a="http://schemas.openxmlformats.org/drawingml/2006/main">
            <a:off x="619125" y="4448175"/>
            <a:ext cx="257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02B3A"/>
                </a:solidFill>
                <a:latin typeface="Arial"/>
                <a:ea typeface="Arial"/>
                <a:cs typeface="Arial"/>
              </a:defRPr>
            </a:pPr>
            <a:r>
              <a:rPr sz="2175" b="0">
                <a:solidFill>
                  <a:srgbClr val="102B3A"/>
                </a:solidFill>
                <a:latin typeface="Arial"/>
                <a:ea typeface="Arial"/>
                <a:cs typeface="Arial"/>
              </a:rPr>
              <a:t>Keep the material</a:t>
            </a:r>
          </a:p>
        </p:txBody>
      </p:sp>
      <p:sp>
        <p:nvSpPr>
          <p:cNvPr id="7" name="Rectangle 6">
            <a:extLst xmlns:a="http://schemas.openxmlformats.org/drawingml/2006/main">
              <a:ext uri="{FF2B5EF4-FFF2-40B4-BE49-F238E27FC236}">
                <a16:creationId xmlns:a16="http://schemas.microsoft.com/office/drawing/2014/main" id="{BC95FC00-BF31-423D-BC67-00824FE497CA}"/>
              </a:ext>
            </a:extLst>
          </p:cNvPr>
          <p:cNvSpPr>
            <a:spLocks xmlns:a="http://schemas.openxmlformats.org/drawingml/2006/main" noGrp="1"/>
          </p:cNvSpPr>
          <p:nvPr/>
        </p:nvSpPr>
        <p:spPr>
          <a:xfrm xmlns:a="http://schemas.openxmlformats.org/drawingml/2006/main">
            <a:off x="2762250" y="3429000"/>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0">
                <a:solidFill>
                  <a:srgbClr val="087D82"/>
                </a:solidFill>
                <a:latin typeface="Arial"/>
                <a:ea typeface="Arial"/>
                <a:cs typeface="Arial"/>
              </a:defRPr>
            </a:pPr>
            <a:r>
              <a:rPr sz="3225" b="0">
                <a:solidFill>
                  <a:srgbClr val="087D82"/>
                </a:solidFill>
                <a:latin typeface="Arial"/>
                <a:ea typeface="Arial"/>
                <a:cs typeface="Arial"/>
              </a:rPr>
              <a:t>→</a:t>
            </a:r>
          </a:p>
        </p:txBody>
      </p:sp>
      <p:sp>
        <p:nvSpPr>
          <p:cNvPr id="8" name="Rectangle 7">
            <a:extLst xmlns:a="http://schemas.openxmlformats.org/drawingml/2006/main">
              <a:ext uri="{FF2B5EF4-FFF2-40B4-BE49-F238E27FC236}">
                <a16:creationId xmlns:a16="http://schemas.microsoft.com/office/drawing/2014/main" id="{F56392F5-4FEA-40D7-B4A8-5DE706FCB9EA}"/>
              </a:ext>
            </a:extLst>
          </p:cNvPr>
          <p:cNvSpPr>
            <a:spLocks xmlns:a="http://schemas.openxmlformats.org/drawingml/2006/main" noGrp="1"/>
          </p:cNvSpPr>
          <p:nvPr/>
        </p:nvSpPr>
        <p:spPr>
          <a:xfrm xmlns:a="http://schemas.openxmlformats.org/drawingml/2006/main">
            <a:off x="3524250" y="2295525"/>
            <a:ext cx="228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650" b="1">
                <a:solidFill>
                  <a:srgbClr val="087D82"/>
                </a:solidFill>
                <a:latin typeface="Arial"/>
                <a:ea typeface="Arial"/>
                <a:cs typeface="Arial"/>
              </a:defRPr>
            </a:pPr>
            <a:r>
              <a:rPr sz="4650" b="1">
                <a:solidFill>
                  <a:srgbClr val="087D82"/>
                </a:solidFill>
                <a:latin typeface="Arial"/>
                <a:ea typeface="Arial"/>
                <a:cs typeface="Arial"/>
              </a:rPr>
              <a:t>02</a:t>
            </a:r>
          </a:p>
        </p:txBody>
      </p:sp>
      <p:sp>
        <p:nvSpPr>
          <p:cNvPr id="9" name="Rectangle 8">
            <a:extLst xmlns:a="http://schemas.openxmlformats.org/drawingml/2006/main">
              <a:ext uri="{FF2B5EF4-FFF2-40B4-BE49-F238E27FC236}">
                <a16:creationId xmlns:a16="http://schemas.microsoft.com/office/drawing/2014/main" id="{53A2FAFB-8969-4868-BB70-8EA0C574B599}"/>
              </a:ext>
            </a:extLst>
          </p:cNvPr>
          <p:cNvSpPr>
            <a:spLocks xmlns:a="http://schemas.openxmlformats.org/drawingml/2006/main" noGrp="1"/>
          </p:cNvSpPr>
          <p:nvPr/>
        </p:nvSpPr>
        <p:spPr>
          <a:xfrm xmlns:a="http://schemas.openxmlformats.org/drawingml/2006/main">
            <a:off x="3524250" y="3467100"/>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02B3A"/>
                </a:solidFill>
                <a:latin typeface="Arial"/>
                <a:ea typeface="Arial"/>
                <a:cs typeface="Arial"/>
              </a:defRPr>
            </a:pPr>
            <a:r>
              <a:rPr sz="2925" b="1">
                <a:solidFill>
                  <a:srgbClr val="102B3A"/>
                </a:solidFill>
                <a:latin typeface="Arial"/>
                <a:ea typeface="Arial"/>
                <a:cs typeface="Arial"/>
              </a:rPr>
              <a:t>Examine</a:t>
            </a:r>
          </a:p>
        </p:txBody>
      </p:sp>
      <p:sp>
        <p:nvSpPr>
          <p:cNvPr id="10" name="Rectangle 9">
            <a:extLst xmlns:a="http://schemas.openxmlformats.org/drawingml/2006/main">
              <a:ext uri="{FF2B5EF4-FFF2-40B4-BE49-F238E27FC236}">
                <a16:creationId xmlns:a16="http://schemas.microsoft.com/office/drawing/2014/main" id="{4132F9EA-A3E4-494E-80A0-AD3EA27CCE79}"/>
              </a:ext>
            </a:extLst>
          </p:cNvPr>
          <p:cNvSpPr>
            <a:spLocks xmlns:a="http://schemas.openxmlformats.org/drawingml/2006/main" noGrp="1"/>
          </p:cNvSpPr>
          <p:nvPr/>
        </p:nvSpPr>
        <p:spPr>
          <a:xfrm xmlns:a="http://schemas.openxmlformats.org/drawingml/2006/main">
            <a:off x="3524250" y="4448175"/>
            <a:ext cx="257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02B3A"/>
                </a:solidFill>
                <a:latin typeface="Arial"/>
                <a:ea typeface="Arial"/>
                <a:cs typeface="Arial"/>
              </a:defRPr>
            </a:pPr>
            <a:r>
              <a:rPr sz="2175" b="0">
                <a:solidFill>
                  <a:srgbClr val="102B3A"/>
                </a:solidFill>
                <a:latin typeface="Arial"/>
                <a:ea typeface="Arial"/>
                <a:cs typeface="Arial"/>
              </a:rPr>
              <a:t>Find records</a:t>
            </a:r>
          </a:p>
        </p:txBody>
      </p:sp>
      <p:sp>
        <p:nvSpPr>
          <p:cNvPr id="11" name="Rectangle 10">
            <a:extLst xmlns:a="http://schemas.openxmlformats.org/drawingml/2006/main">
              <a:ext uri="{FF2B5EF4-FFF2-40B4-BE49-F238E27FC236}">
                <a16:creationId xmlns:a16="http://schemas.microsoft.com/office/drawing/2014/main" id="{A26BB43D-3088-423A-98A6-2A015DBB0EDE}"/>
              </a:ext>
            </a:extLst>
          </p:cNvPr>
          <p:cNvSpPr>
            <a:spLocks xmlns:a="http://schemas.openxmlformats.org/drawingml/2006/main" noGrp="1"/>
          </p:cNvSpPr>
          <p:nvPr/>
        </p:nvSpPr>
        <p:spPr>
          <a:xfrm xmlns:a="http://schemas.openxmlformats.org/drawingml/2006/main">
            <a:off x="5667375" y="3429000"/>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0">
                <a:solidFill>
                  <a:srgbClr val="087D82"/>
                </a:solidFill>
                <a:latin typeface="Arial"/>
                <a:ea typeface="Arial"/>
                <a:cs typeface="Arial"/>
              </a:defRPr>
            </a:pPr>
            <a:r>
              <a:rPr sz="3225" b="0">
                <a:solidFill>
                  <a:srgbClr val="087D82"/>
                </a:solidFill>
                <a:latin typeface="Arial"/>
                <a:ea typeface="Arial"/>
                <a:cs typeface="Arial"/>
              </a:rPr>
              <a:t>→</a:t>
            </a:r>
          </a:p>
        </p:txBody>
      </p:sp>
      <p:sp>
        <p:nvSpPr>
          <p:cNvPr id="12" name="Rectangle 11">
            <a:extLst xmlns:a="http://schemas.openxmlformats.org/drawingml/2006/main">
              <a:ext uri="{FF2B5EF4-FFF2-40B4-BE49-F238E27FC236}">
                <a16:creationId xmlns:a16="http://schemas.microsoft.com/office/drawing/2014/main" id="{68A1BDD4-4D20-4B1D-AE6E-F7310041CF28}"/>
              </a:ext>
            </a:extLst>
          </p:cNvPr>
          <p:cNvSpPr>
            <a:spLocks xmlns:a="http://schemas.openxmlformats.org/drawingml/2006/main" noGrp="1"/>
          </p:cNvSpPr>
          <p:nvPr/>
        </p:nvSpPr>
        <p:spPr>
          <a:xfrm xmlns:a="http://schemas.openxmlformats.org/drawingml/2006/main">
            <a:off x="6429375" y="2295525"/>
            <a:ext cx="228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650" b="1">
                <a:solidFill>
                  <a:srgbClr val="087D82"/>
                </a:solidFill>
                <a:latin typeface="Arial"/>
                <a:ea typeface="Arial"/>
                <a:cs typeface="Arial"/>
              </a:defRPr>
            </a:pPr>
            <a:r>
              <a:rPr sz="4650" b="1">
                <a:solidFill>
                  <a:srgbClr val="087D82"/>
                </a:solidFill>
                <a:latin typeface="Arial"/>
                <a:ea typeface="Arial"/>
                <a:cs typeface="Arial"/>
              </a:rPr>
              <a:t>03</a:t>
            </a:r>
          </a:p>
        </p:txBody>
      </p:sp>
      <p:sp>
        <p:nvSpPr>
          <p:cNvPr id="13" name="Rectangle 12">
            <a:extLst xmlns:a="http://schemas.openxmlformats.org/drawingml/2006/main">
              <a:ext uri="{FF2B5EF4-FFF2-40B4-BE49-F238E27FC236}">
                <a16:creationId xmlns:a16="http://schemas.microsoft.com/office/drawing/2014/main" id="{9CC9AB8E-EECB-4694-8582-3D0788E85596}"/>
              </a:ext>
            </a:extLst>
          </p:cNvPr>
          <p:cNvSpPr>
            <a:spLocks xmlns:a="http://schemas.openxmlformats.org/drawingml/2006/main" noGrp="1"/>
          </p:cNvSpPr>
          <p:nvPr/>
        </p:nvSpPr>
        <p:spPr>
          <a:xfrm xmlns:a="http://schemas.openxmlformats.org/drawingml/2006/main">
            <a:off x="6429375" y="3467100"/>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02B3A"/>
                </a:solidFill>
                <a:latin typeface="Arial"/>
                <a:ea typeface="Arial"/>
                <a:cs typeface="Arial"/>
              </a:defRPr>
            </a:pPr>
            <a:r>
              <a:rPr sz="2925" b="1">
                <a:solidFill>
                  <a:srgbClr val="102B3A"/>
                </a:solidFill>
                <a:latin typeface="Arial"/>
                <a:ea typeface="Arial"/>
                <a:cs typeface="Arial"/>
              </a:rPr>
              <a:t>Analyze</a:t>
            </a:r>
          </a:p>
        </p:txBody>
      </p:sp>
      <p:sp>
        <p:nvSpPr>
          <p:cNvPr id="14" name="Rectangle 13">
            <a:extLst xmlns:a="http://schemas.openxmlformats.org/drawingml/2006/main">
              <a:ext uri="{FF2B5EF4-FFF2-40B4-BE49-F238E27FC236}">
                <a16:creationId xmlns:a16="http://schemas.microsoft.com/office/drawing/2014/main" id="{CC5A8040-DE9A-49E3-A4B5-673E504EC14C}"/>
              </a:ext>
            </a:extLst>
          </p:cNvPr>
          <p:cNvSpPr>
            <a:spLocks xmlns:a="http://schemas.openxmlformats.org/drawingml/2006/main" noGrp="1"/>
          </p:cNvSpPr>
          <p:nvPr/>
        </p:nvSpPr>
        <p:spPr>
          <a:xfrm xmlns:a="http://schemas.openxmlformats.org/drawingml/2006/main">
            <a:off x="6429375" y="4448175"/>
            <a:ext cx="257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02B3A"/>
                </a:solidFill>
                <a:latin typeface="Arial"/>
                <a:ea typeface="Arial"/>
                <a:cs typeface="Arial"/>
              </a:defRPr>
            </a:pPr>
            <a:r>
              <a:rPr sz="2175" b="0">
                <a:solidFill>
                  <a:srgbClr val="102B3A"/>
                </a:solidFill>
                <a:latin typeface="Arial"/>
                <a:ea typeface="Arial"/>
                <a:cs typeface="Arial"/>
              </a:rPr>
              <a:t>Make sense of them</a:t>
            </a:r>
          </a:p>
        </p:txBody>
      </p:sp>
      <p:sp>
        <p:nvSpPr>
          <p:cNvPr id="15" name="Rectangle 14">
            <a:extLst xmlns:a="http://schemas.openxmlformats.org/drawingml/2006/main">
              <a:ext uri="{FF2B5EF4-FFF2-40B4-BE49-F238E27FC236}">
                <a16:creationId xmlns:a16="http://schemas.microsoft.com/office/drawing/2014/main" id="{15FE0723-2C74-4A17-9BAF-BAC26FF44211}"/>
              </a:ext>
            </a:extLst>
          </p:cNvPr>
          <p:cNvSpPr>
            <a:spLocks xmlns:a="http://schemas.openxmlformats.org/drawingml/2006/main" noGrp="1"/>
          </p:cNvSpPr>
          <p:nvPr/>
        </p:nvSpPr>
        <p:spPr>
          <a:xfrm xmlns:a="http://schemas.openxmlformats.org/drawingml/2006/main">
            <a:off x="8572500" y="3429000"/>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0">
                <a:solidFill>
                  <a:srgbClr val="087D82"/>
                </a:solidFill>
                <a:latin typeface="Arial"/>
                <a:ea typeface="Arial"/>
                <a:cs typeface="Arial"/>
              </a:defRPr>
            </a:pPr>
            <a:r>
              <a:rPr sz="3225" b="0">
                <a:solidFill>
                  <a:srgbClr val="087D82"/>
                </a:solidFill>
                <a:latin typeface="Arial"/>
                <a:ea typeface="Arial"/>
                <a:cs typeface="Arial"/>
              </a:rPr>
              <a:t>→</a:t>
            </a:r>
          </a:p>
        </p:txBody>
      </p:sp>
      <p:sp>
        <p:nvSpPr>
          <p:cNvPr id="16" name="Rectangle 15">
            <a:extLst xmlns:a="http://schemas.openxmlformats.org/drawingml/2006/main">
              <a:ext uri="{FF2B5EF4-FFF2-40B4-BE49-F238E27FC236}">
                <a16:creationId xmlns:a16="http://schemas.microsoft.com/office/drawing/2014/main" id="{7BA50364-FEAB-4820-A299-57516FC5AD52}"/>
              </a:ext>
            </a:extLst>
          </p:cNvPr>
          <p:cNvSpPr>
            <a:spLocks xmlns:a="http://schemas.openxmlformats.org/drawingml/2006/main" noGrp="1"/>
          </p:cNvSpPr>
          <p:nvPr/>
        </p:nvSpPr>
        <p:spPr>
          <a:xfrm xmlns:a="http://schemas.openxmlformats.org/drawingml/2006/main">
            <a:off x="9334500" y="2295525"/>
            <a:ext cx="228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650" b="1">
                <a:solidFill>
                  <a:srgbClr val="087D82"/>
                </a:solidFill>
                <a:latin typeface="Arial"/>
                <a:ea typeface="Arial"/>
                <a:cs typeface="Arial"/>
              </a:defRPr>
            </a:pPr>
            <a:r>
              <a:rPr sz="4650" b="1">
                <a:solidFill>
                  <a:srgbClr val="087D82"/>
                </a:solidFill>
                <a:latin typeface="Arial"/>
                <a:ea typeface="Arial"/>
                <a:cs typeface="Arial"/>
              </a:rPr>
              <a:t>04</a:t>
            </a:r>
          </a:p>
        </p:txBody>
      </p:sp>
      <p:sp>
        <p:nvSpPr>
          <p:cNvPr id="17" name="Rectangle 16">
            <a:extLst xmlns:a="http://schemas.openxmlformats.org/drawingml/2006/main">
              <a:ext uri="{FF2B5EF4-FFF2-40B4-BE49-F238E27FC236}">
                <a16:creationId xmlns:a16="http://schemas.microsoft.com/office/drawing/2014/main" id="{90A87943-269F-4C58-9B50-1971124899F9}"/>
              </a:ext>
            </a:extLst>
          </p:cNvPr>
          <p:cNvSpPr>
            <a:spLocks xmlns:a="http://schemas.openxmlformats.org/drawingml/2006/main" noGrp="1"/>
          </p:cNvSpPr>
          <p:nvPr/>
        </p:nvSpPr>
        <p:spPr>
          <a:xfrm xmlns:a="http://schemas.openxmlformats.org/drawingml/2006/main">
            <a:off x="9334500" y="3467100"/>
            <a:ext cx="266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02B3A"/>
                </a:solidFill>
                <a:latin typeface="Arial"/>
                <a:ea typeface="Arial"/>
                <a:cs typeface="Arial"/>
              </a:defRPr>
            </a:pPr>
            <a:r>
              <a:rPr sz="2925" b="1">
                <a:solidFill>
                  <a:srgbClr val="102B3A"/>
                </a:solidFill>
                <a:latin typeface="Arial"/>
                <a:ea typeface="Arial"/>
                <a:cs typeface="Arial"/>
              </a:rPr>
              <a:t>Report</a:t>
            </a:r>
          </a:p>
        </p:txBody>
      </p:sp>
      <p:sp>
        <p:nvSpPr>
          <p:cNvPr id="18" name="Rectangle 17">
            <a:extLst xmlns:a="http://schemas.openxmlformats.org/drawingml/2006/main">
              <a:ext uri="{FF2B5EF4-FFF2-40B4-BE49-F238E27FC236}">
                <a16:creationId xmlns:a16="http://schemas.microsoft.com/office/drawing/2014/main" id="{AADA63AF-950D-446E-A3DC-62CAFEB61886}"/>
              </a:ext>
            </a:extLst>
          </p:cNvPr>
          <p:cNvSpPr>
            <a:spLocks xmlns:a="http://schemas.openxmlformats.org/drawingml/2006/main" noGrp="1"/>
          </p:cNvSpPr>
          <p:nvPr/>
        </p:nvSpPr>
        <p:spPr>
          <a:xfrm xmlns:a="http://schemas.openxmlformats.org/drawingml/2006/main">
            <a:off x="9334500" y="4448175"/>
            <a:ext cx="257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02B3A"/>
                </a:solidFill>
                <a:latin typeface="Arial"/>
                <a:ea typeface="Arial"/>
                <a:cs typeface="Arial"/>
              </a:defRPr>
            </a:pPr>
            <a:r>
              <a:rPr sz="2175" b="0">
                <a:solidFill>
                  <a:srgbClr val="102B3A"/>
                </a:solidFill>
                <a:latin typeface="Arial"/>
                <a:ea typeface="Arial"/>
                <a:cs typeface="Arial"/>
              </a:rPr>
              <a:t>Explain the result</a:t>
            </a:r>
          </a:p>
        </p:txBody>
      </p:sp>
      <p:sp>
        <p:nvSpPr>
          <p:cNvPr id="19" name="Rectangle 18">
            <a:extLst xmlns:a="http://schemas.openxmlformats.org/drawingml/2006/main">
              <a:ext uri="{FF2B5EF4-FFF2-40B4-BE49-F238E27FC236}">
                <a16:creationId xmlns:a16="http://schemas.microsoft.com/office/drawing/2014/main" id="{36FC88EA-D6DD-4126-ADE9-7F83C65F721F}"/>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Acquisition = obtaining evidence appropriately · Preserve and document throughout.</a:t>
            </a:r>
          </a:p>
        </p:txBody>
      </p:sp>
    </p:spTree>
    <p:extLst>
      <p:ext uri="{BB962C8B-B14F-4D97-AF65-F5344CB8AC3E}">
        <p14:creationId xmlns:p14="http://schemas.microsoft.com/office/powerpoint/2010/main" val="1988019006"/>
      </p:ext>
    </p:extLst>
  </p:cSld>
</p:sld>
</file>

<file path=ppt/slides/slide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69E80455-8C75-461B-A7D3-A0C528557E67}"/>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693A2DAA-8FCE-42EA-AD66-D717B5A9616C}"/>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14</a:t>
            </a:r>
          </a:p>
        </p:txBody>
      </p:sp>
      <p:sp>
        <p:nvSpPr>
          <p:cNvPr id="3" name="Rectangle 2">
            <a:extLst xmlns:a="http://schemas.openxmlformats.org/drawingml/2006/main">
              <a:ext uri="{FF2B5EF4-FFF2-40B4-BE49-F238E27FC236}">
                <a16:creationId xmlns:a16="http://schemas.microsoft.com/office/drawing/2014/main" id="{DA8A486E-A279-4843-982A-B450F2EFAF2B}"/>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The original and the working copy</a:t>
            </a:r>
          </a:p>
        </p:txBody>
      </p:sp>
      <p:pic>
        <p:nvPicPr>
          <p:cNvPr id="13" name="Picture 10"/>
          <p:cNvPicPr>
            <a:picLocks xmlns:a="http://schemas.openxmlformats.org/drawingml/2006/main" noChangeAspect="1"/>
          </p:cNvPicPr>
          <p:nvPr/>
        </p:nvPicPr>
        <p:blipFill>
          <a:blip xmlns:r="http://schemas.openxmlformats.org/officeDocument/2006/relationships" xmlns:a="http://schemas.openxmlformats.org/drawingml/2006/main" r:embed="R71180ab0c74c47a2"/>
          <a:stretch xmlns:a="http://schemas.openxmlformats.org/drawingml/2006/main"/>
        </p:blipFill>
        <p:spPr>
          <a:xfrm xmlns:a="http://schemas.openxmlformats.org/drawingml/2006/main">
            <a:off x="2441917" y="1847850"/>
            <a:ext cx="7260540" cy="4086225"/>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E538361E-C914-4A2A-A91D-11EB47EC7C42}"/>
              </a:ext>
            </a:extLst>
          </p:cNvPr>
          <p:cNvSpPr>
            <a:spLocks xmlns:a="http://schemas.openxmlformats.org/drawingml/2006/main" noGrp="1"/>
          </p:cNvSpPr>
          <p:nvPr/>
        </p:nvSpPr>
        <p:spPr>
          <a:xfrm xmlns:a="http://schemas.openxmlformats.org/drawingml/2006/main">
            <a:off x="1181722" y="5853112"/>
            <a:ext cx="5476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02B3A"/>
                </a:solidFill>
                <a:latin typeface="Arial"/>
                <a:ea typeface="Arial"/>
                <a:cs typeface="Arial"/>
              </a:defRPr>
            </a:pPr>
            <a:r>
              <a:rPr sz="2400" b="1">
                <a:solidFill>
                  <a:srgbClr val="102B3A"/>
                </a:solidFill>
                <a:latin typeface="Arial"/>
                <a:ea typeface="Arial"/>
                <a:cs typeface="Arial"/>
              </a:rPr>
              <a:t>Preserve the original</a:t>
            </a:r>
          </a:p>
        </p:txBody>
      </p:sp>
      <p:sp>
        <p:nvSpPr>
          <p:cNvPr id="6" name="Rectangle 5">
            <a:extLst xmlns:a="http://schemas.openxmlformats.org/drawingml/2006/main">
              <a:ext uri="{FF2B5EF4-FFF2-40B4-BE49-F238E27FC236}">
                <a16:creationId xmlns:a16="http://schemas.microsoft.com/office/drawing/2014/main" id="{C72C2F9F-4C35-4B6F-986D-013E79729C2C}"/>
              </a:ext>
            </a:extLst>
          </p:cNvPr>
          <p:cNvSpPr>
            <a:spLocks xmlns:a="http://schemas.openxmlformats.org/drawingml/2006/main" noGrp="1"/>
          </p:cNvSpPr>
          <p:nvPr/>
        </p:nvSpPr>
        <p:spPr>
          <a:xfrm xmlns:a="http://schemas.openxmlformats.org/drawingml/2006/main">
            <a:off x="7249769" y="5853113"/>
            <a:ext cx="4905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02B3A"/>
                </a:solidFill>
                <a:latin typeface="Arial"/>
                <a:ea typeface="Arial"/>
                <a:cs typeface="Arial"/>
              </a:defRPr>
            </a:pPr>
            <a:r>
              <a:rPr sz="2400" b="1">
                <a:solidFill>
                  <a:srgbClr val="102B3A"/>
                </a:solidFill>
                <a:latin typeface="Arial"/>
                <a:ea typeface="Arial"/>
                <a:cs typeface="Arial"/>
              </a:rPr>
              <a:t>Examine a verified copy</a:t>
            </a:r>
          </a:p>
        </p:txBody>
      </p:sp>
      <p:sp>
        <p:nvSpPr>
          <p:cNvPr id="7" name="Rectangle 6">
            <a:extLst xmlns:a="http://schemas.openxmlformats.org/drawingml/2006/main">
              <a:ext uri="{FF2B5EF4-FFF2-40B4-BE49-F238E27FC236}">
                <a16:creationId xmlns:a16="http://schemas.microsoft.com/office/drawing/2014/main" id="{61765399-E60E-4A46-9D4E-F471419A5E11}"/>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Like keeping an original document while working on a copy.</a:t>
            </a:r>
          </a:p>
        </p:txBody>
      </p:sp>
    </p:spTree>
    <p:extLst>
      <p:ext uri="{BB962C8B-B14F-4D97-AF65-F5344CB8AC3E}">
        <p14:creationId xmlns:p14="http://schemas.microsoft.com/office/powerpoint/2010/main" val="1677026217"/>
      </p:ext>
    </p:extLst>
  </p:cSld>
</p:sld>
</file>

<file path=ppt/slides/slide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4719C938-7F92-42B8-AFCB-60EF2E771B8B}"/>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DF01D83F-C800-4DCF-8084-224200C71E3F}"/>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15</a:t>
            </a:r>
          </a:p>
        </p:txBody>
      </p:sp>
      <p:sp>
        <p:nvSpPr>
          <p:cNvPr id="3" name="Rectangle 2">
            <a:extLst xmlns:a="http://schemas.openxmlformats.org/drawingml/2006/main">
              <a:ext uri="{FF2B5EF4-FFF2-40B4-BE49-F238E27FC236}">
                <a16:creationId xmlns:a16="http://schemas.microsoft.com/office/drawing/2014/main" id="{B61D229B-DF65-45BA-8A76-E16CACE6656F}"/>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Did the contents change?</a:t>
            </a:r>
          </a:p>
        </p:txBody>
      </p:sp>
      <p:sp>
        <p:nvSpPr>
          <p:cNvPr id="4" name="Rectangle 3">
            <a:extLst xmlns:a="http://schemas.openxmlformats.org/drawingml/2006/main">
              <a:ext uri="{FF2B5EF4-FFF2-40B4-BE49-F238E27FC236}">
                <a16:creationId xmlns:a16="http://schemas.microsoft.com/office/drawing/2014/main" id="{C80F9A0D-2782-4FA7-A28F-475B43E22F4B}"/>
              </a:ext>
            </a:extLst>
          </p:cNvPr>
          <p:cNvSpPr>
            <a:spLocks xmlns:a="http://schemas.openxmlformats.org/drawingml/2006/main" noGrp="1"/>
          </p:cNvSpPr>
          <p:nvPr/>
        </p:nvSpPr>
        <p:spPr>
          <a:xfrm xmlns:a="http://schemas.openxmlformats.org/drawingml/2006/main">
            <a:off x="619125" y="2000250"/>
            <a:ext cx="466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87D82"/>
                </a:solidFill>
                <a:latin typeface="Arial"/>
                <a:ea typeface="Arial"/>
                <a:cs typeface="Arial"/>
              </a:defRPr>
            </a:pPr>
            <a:r>
              <a:rPr sz="2400" b="1">
                <a:solidFill>
                  <a:srgbClr val="087D82"/>
                </a:solidFill>
                <a:latin typeface="Arial"/>
                <a:ea typeface="Arial"/>
                <a:cs typeface="Arial"/>
              </a:rPr>
              <a:t>note.txt</a:t>
            </a:r>
          </a:p>
        </p:txBody>
      </p:sp>
      <p:sp>
        <p:nvSpPr>
          <p:cNvPr id="5" name="Rectangle 4">
            <a:extLst xmlns:a="http://schemas.openxmlformats.org/drawingml/2006/main">
              <a:ext uri="{FF2B5EF4-FFF2-40B4-BE49-F238E27FC236}">
                <a16:creationId xmlns:a16="http://schemas.microsoft.com/office/drawing/2014/main" id="{419BD063-BC68-4A79-9A67-2AE61ED17014}"/>
              </a:ext>
            </a:extLst>
          </p:cNvPr>
          <p:cNvSpPr>
            <a:spLocks xmlns:a="http://schemas.openxmlformats.org/drawingml/2006/main" noGrp="1"/>
          </p:cNvSpPr>
          <p:nvPr/>
        </p:nvSpPr>
        <p:spPr>
          <a:xfrm xmlns:a="http://schemas.openxmlformats.org/drawingml/2006/main">
            <a:off x="619125" y="2790825"/>
            <a:ext cx="4667250" cy="2428875"/>
          </a:xfrm>
          <a:prstGeom xmlns:a="http://schemas.openxmlformats.org/drawingml/2006/main" prst="rect">
            <a:avLst/>
          </a:prstGeom>
          <a:solidFill xmlns:a="http://schemas.openxmlformats.org/drawingml/2006/main">
            <a:srgbClr val="FFFFFF"/>
          </a:solidFill>
          <a:ln xmlns:a="http://schemas.openxmlformats.org/drawingml/2006/main" w="0">
            <a:solidFill>
              <a:schemeClr val="tx1"/>
            </a:solidFill>
          </a:ln>
        </p:spPr>
      </p:sp>
      <p:sp>
        <p:nvSpPr>
          <p:cNvPr id="6" name="Rectangle 5">
            <a:extLst xmlns:a="http://schemas.openxmlformats.org/drawingml/2006/main">
              <a:ext uri="{FF2B5EF4-FFF2-40B4-BE49-F238E27FC236}">
                <a16:creationId xmlns:a16="http://schemas.microsoft.com/office/drawing/2014/main" id="{578EE55D-04E0-478A-BA13-2A758BE231F6}"/>
              </a:ext>
            </a:extLst>
          </p:cNvPr>
          <p:cNvSpPr>
            <a:spLocks xmlns:a="http://schemas.openxmlformats.org/drawingml/2006/main" noGrp="1"/>
          </p:cNvSpPr>
          <p:nvPr/>
        </p:nvSpPr>
        <p:spPr>
          <a:xfrm xmlns:a="http://schemas.openxmlformats.org/drawingml/2006/main">
            <a:off x="952500" y="3219450"/>
            <a:ext cx="4000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02B3A"/>
                </a:solidFill>
                <a:latin typeface="Arial"/>
                <a:ea typeface="Arial"/>
                <a:cs typeface="Arial"/>
              </a:defRPr>
            </a:pPr>
            <a:r>
              <a:rPr sz="4050" b="1">
                <a:solidFill>
                  <a:srgbClr val="102B3A"/>
                </a:solidFill>
                <a:latin typeface="Arial"/>
                <a:ea typeface="Arial"/>
                <a:cs typeface="Arial"/>
              </a:rPr>
              <a:t>Meet in</a:t>
            </a:r>
          </a:p>
          <a:p xmlns:a="http://schemas.openxmlformats.org/drawingml/2006/main">
            <a:pPr>
              <a:buNone/>
              <a:defRPr sz="4050" b="1">
                <a:solidFill>
                  <a:srgbClr val="102B3A"/>
                </a:solidFill>
                <a:latin typeface="Arial"/>
                <a:ea typeface="Arial"/>
                <a:cs typeface="Arial"/>
              </a:defRPr>
            </a:pPr>
            <a:r>
              <a:rPr sz="4050" b="1">
                <a:solidFill>
                  <a:srgbClr val="102B3A"/>
                </a:solidFill>
                <a:latin typeface="Arial"/>
                <a:ea typeface="Arial"/>
                <a:cs typeface="Arial"/>
              </a:rPr>
              <a:t>Hall A.</a:t>
            </a:r>
          </a:p>
        </p:txBody>
      </p:sp>
      <p:sp>
        <p:nvSpPr>
          <p:cNvPr id="7" name="Rectangle 6">
            <a:extLst xmlns:a="http://schemas.openxmlformats.org/drawingml/2006/main">
              <a:ext uri="{FF2B5EF4-FFF2-40B4-BE49-F238E27FC236}">
                <a16:creationId xmlns:a16="http://schemas.microsoft.com/office/drawing/2014/main" id="{0BF511AF-395B-4A20-A77F-27ED2E50F06A}"/>
              </a:ext>
            </a:extLst>
          </p:cNvPr>
          <p:cNvSpPr>
            <a:spLocks xmlns:a="http://schemas.openxmlformats.org/drawingml/2006/main" noGrp="1"/>
          </p:cNvSpPr>
          <p:nvPr/>
        </p:nvSpPr>
        <p:spPr>
          <a:xfrm xmlns:a="http://schemas.openxmlformats.org/drawingml/2006/main">
            <a:off x="6810375" y="2000250"/>
            <a:ext cx="466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87D82"/>
                </a:solidFill>
                <a:latin typeface="Arial"/>
                <a:ea typeface="Arial"/>
                <a:cs typeface="Arial"/>
              </a:defRPr>
            </a:pPr>
            <a:r>
              <a:rPr sz="2400" b="1">
                <a:solidFill>
                  <a:srgbClr val="087D82"/>
                </a:solidFill>
                <a:latin typeface="Arial"/>
                <a:ea typeface="Arial"/>
                <a:cs typeface="Arial"/>
              </a:rPr>
              <a:t>renamed.txt</a:t>
            </a:r>
          </a:p>
        </p:txBody>
      </p:sp>
      <p:sp>
        <p:nvSpPr>
          <p:cNvPr id="8" name="Rectangle 7">
            <a:extLst xmlns:a="http://schemas.openxmlformats.org/drawingml/2006/main">
              <a:ext uri="{FF2B5EF4-FFF2-40B4-BE49-F238E27FC236}">
                <a16:creationId xmlns:a16="http://schemas.microsoft.com/office/drawing/2014/main" id="{6C804350-CCC9-47B4-878B-6DDDD12F17FE}"/>
              </a:ext>
            </a:extLst>
          </p:cNvPr>
          <p:cNvSpPr>
            <a:spLocks xmlns:a="http://schemas.openxmlformats.org/drawingml/2006/main" noGrp="1"/>
          </p:cNvSpPr>
          <p:nvPr/>
        </p:nvSpPr>
        <p:spPr>
          <a:xfrm xmlns:a="http://schemas.openxmlformats.org/drawingml/2006/main">
            <a:off x="6810375" y="2790825"/>
            <a:ext cx="4667250" cy="2428875"/>
          </a:xfrm>
          <a:prstGeom xmlns:a="http://schemas.openxmlformats.org/drawingml/2006/main" prst="rect">
            <a:avLst/>
          </a:prstGeom>
          <a:solidFill xmlns:a="http://schemas.openxmlformats.org/drawingml/2006/main">
            <a:srgbClr val="FFFFFF"/>
          </a:solidFill>
          <a:ln xmlns:a="http://schemas.openxmlformats.org/drawingml/2006/main" w="0">
            <a:solidFill>
              <a:schemeClr val="tx1"/>
            </a:solidFill>
          </a:ln>
        </p:spPr>
      </p:sp>
      <p:sp>
        <p:nvSpPr>
          <p:cNvPr id="9" name="Rectangle 8">
            <a:extLst xmlns:a="http://schemas.openxmlformats.org/drawingml/2006/main">
              <a:ext uri="{FF2B5EF4-FFF2-40B4-BE49-F238E27FC236}">
                <a16:creationId xmlns:a16="http://schemas.microsoft.com/office/drawing/2014/main" id="{5B7B2651-369C-46C8-9392-B56076958BB5}"/>
              </a:ext>
            </a:extLst>
          </p:cNvPr>
          <p:cNvSpPr>
            <a:spLocks xmlns:a="http://schemas.openxmlformats.org/drawingml/2006/main" noGrp="1"/>
          </p:cNvSpPr>
          <p:nvPr/>
        </p:nvSpPr>
        <p:spPr>
          <a:xfrm xmlns:a="http://schemas.openxmlformats.org/drawingml/2006/main">
            <a:off x="7143750" y="3219450"/>
            <a:ext cx="4000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02B3A"/>
                </a:solidFill>
                <a:latin typeface="Arial"/>
                <a:ea typeface="Arial"/>
                <a:cs typeface="Arial"/>
              </a:defRPr>
            </a:pPr>
            <a:r>
              <a:rPr sz="4050" b="1">
                <a:solidFill>
                  <a:srgbClr val="102B3A"/>
                </a:solidFill>
                <a:latin typeface="Arial"/>
                <a:ea typeface="Arial"/>
                <a:cs typeface="Arial"/>
              </a:rPr>
              <a:t>Meet in</a:t>
            </a:r>
          </a:p>
          <a:p xmlns:a="http://schemas.openxmlformats.org/drawingml/2006/main">
            <a:pPr>
              <a:buNone/>
              <a:defRPr sz="4050" b="1">
                <a:solidFill>
                  <a:srgbClr val="102B3A"/>
                </a:solidFill>
                <a:latin typeface="Arial"/>
                <a:ea typeface="Arial"/>
                <a:cs typeface="Arial"/>
              </a:defRPr>
            </a:pPr>
            <a:r>
              <a:rPr sz="4050" b="1">
                <a:solidFill>
                  <a:srgbClr val="102B3A"/>
                </a:solidFill>
                <a:latin typeface="Arial"/>
                <a:ea typeface="Arial"/>
                <a:cs typeface="Arial"/>
              </a:rPr>
              <a:t>Hall A.</a:t>
            </a:r>
          </a:p>
        </p:txBody>
      </p:sp>
      <p:sp>
        <p:nvSpPr>
          <p:cNvPr id="10" name="Rectangle 9">
            <a:extLst xmlns:a="http://schemas.openxmlformats.org/drawingml/2006/main">
              <a:ext uri="{FF2B5EF4-FFF2-40B4-BE49-F238E27FC236}">
                <a16:creationId xmlns:a16="http://schemas.microsoft.com/office/drawing/2014/main" id="{AF327EF3-A7FE-43B5-8264-7023683C1A80}"/>
              </a:ext>
            </a:extLst>
          </p:cNvPr>
          <p:cNvSpPr>
            <a:spLocks xmlns:a="http://schemas.openxmlformats.org/drawingml/2006/main" noGrp="1"/>
          </p:cNvSpPr>
          <p:nvPr/>
        </p:nvSpPr>
        <p:spPr>
          <a:xfrm xmlns:a="http://schemas.openxmlformats.org/drawingml/2006/main">
            <a:off x="619125" y="56388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087D82"/>
                </a:solidFill>
                <a:latin typeface="Arial"/>
                <a:ea typeface="Arial"/>
                <a:cs typeface="Arial"/>
              </a:defRPr>
            </a:pPr>
            <a:r>
              <a:rPr sz="2775" b="1">
                <a:solidFill>
                  <a:srgbClr val="087D82"/>
                </a:solidFill>
                <a:latin typeface="Arial"/>
                <a:ea typeface="Arial"/>
                <a:cs typeface="Arial"/>
              </a:rPr>
              <a:t>The name changed. Did the contents?</a:t>
            </a:r>
          </a:p>
        </p:txBody>
      </p:sp>
      <p:sp>
        <p:nvSpPr>
          <p:cNvPr id="11" name="Rectangle 10">
            <a:extLst xmlns:a="http://schemas.openxmlformats.org/drawingml/2006/main">
              <a:ext uri="{FF2B5EF4-FFF2-40B4-BE49-F238E27FC236}">
                <a16:creationId xmlns:a16="http://schemas.microsoft.com/office/drawing/2014/main" id="{FF67B063-0BEE-44F1-AC3A-7A86D5330F11}"/>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These complete example files have identical bytes.</a:t>
            </a:r>
          </a:p>
        </p:txBody>
      </p:sp>
    </p:spTree>
    <p:extLst>
      <p:ext uri="{BB962C8B-B14F-4D97-AF65-F5344CB8AC3E}">
        <p14:creationId xmlns:p14="http://schemas.microsoft.com/office/powerpoint/2010/main" val="1255192510"/>
      </p:ext>
    </p:extLst>
  </p:cSld>
</p:sld>
</file>

<file path=ppt/slides/slide15.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1EF32D5B-62CF-4E6C-9595-0891E4BD02B0}"/>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3E0D0"/>
                </a:solidFill>
                <a:latin typeface="Arial"/>
                <a:ea typeface="Arial"/>
                <a:cs typeface="Arial"/>
              </a:defRPr>
            </a:pPr>
            <a:r>
              <a:rPr sz="1200" b="1">
                <a:solidFill>
                  <a:srgbClr val="83E0D0"/>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824DE6E8-149A-4016-A5FF-F318C7474EF7}"/>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16</a:t>
            </a:r>
          </a:p>
        </p:txBody>
      </p:sp>
      <p:sp>
        <p:nvSpPr>
          <p:cNvPr id="3" name="Rectangle 2">
            <a:extLst xmlns:a="http://schemas.openxmlformats.org/drawingml/2006/main">
              <a:ext uri="{FF2B5EF4-FFF2-40B4-BE49-F238E27FC236}">
                <a16:creationId xmlns:a16="http://schemas.microsoft.com/office/drawing/2014/main" id="{BD5C4441-BEDB-4437-BF38-7603471A7AA4}"/>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F7F3EA"/>
                </a:solidFill>
                <a:latin typeface="Arial"/>
                <a:ea typeface="Arial"/>
                <a:cs typeface="Arial"/>
              </a:defRPr>
            </a:pPr>
            <a:r>
              <a:rPr sz="3900" b="1">
                <a:solidFill>
                  <a:srgbClr val="F7F3EA"/>
                </a:solidFill>
                <a:latin typeface="Arial"/>
                <a:ea typeface="Arial"/>
                <a:cs typeface="Arial"/>
              </a:rPr>
              <a:t>A hash is a content check</a:t>
            </a:r>
          </a:p>
        </p:txBody>
      </p:sp>
      <p:sp>
        <p:nvSpPr>
          <p:cNvPr id="4" name="Rectangle 3">
            <a:extLst xmlns:a="http://schemas.openxmlformats.org/drawingml/2006/main">
              <a:ext uri="{FF2B5EF4-FFF2-40B4-BE49-F238E27FC236}">
                <a16:creationId xmlns:a16="http://schemas.microsoft.com/office/drawing/2014/main" id="{FAD93591-204A-47AE-B4E0-ABB5CC68E61A}"/>
              </a:ext>
            </a:extLst>
          </p:cNvPr>
          <p:cNvSpPr>
            <a:spLocks xmlns:a="http://schemas.openxmlformats.org/drawingml/2006/main" noGrp="1"/>
          </p:cNvSpPr>
          <p:nvPr/>
        </p:nvSpPr>
        <p:spPr>
          <a:xfrm xmlns:a="http://schemas.openxmlformats.org/drawingml/2006/main">
            <a:off x="619125" y="2190750"/>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F7F3EA"/>
                </a:solidFill>
                <a:latin typeface="Arial"/>
                <a:ea typeface="Arial"/>
                <a:cs typeface="Arial"/>
              </a:defRPr>
            </a:pPr>
            <a:r>
              <a:rPr sz="2700" b="1">
                <a:solidFill>
                  <a:srgbClr val="F7F3EA"/>
                </a:solidFill>
                <a:latin typeface="Arial"/>
                <a:ea typeface="Arial"/>
                <a:cs typeface="Arial"/>
              </a:rPr>
              <a:t>note.txt</a:t>
            </a:r>
          </a:p>
        </p:txBody>
      </p:sp>
      <p:sp>
        <p:nvSpPr>
          <p:cNvPr id="5" name="Rectangle 4">
            <a:extLst xmlns:a="http://schemas.openxmlformats.org/drawingml/2006/main">
              <a:ext uri="{FF2B5EF4-FFF2-40B4-BE49-F238E27FC236}">
                <a16:creationId xmlns:a16="http://schemas.microsoft.com/office/drawing/2014/main" id="{8BBAA7E6-0F67-41AB-845C-2942B1CDE805}"/>
              </a:ext>
            </a:extLst>
          </p:cNvPr>
          <p:cNvSpPr>
            <a:spLocks xmlns:a="http://schemas.openxmlformats.org/drawingml/2006/main" noGrp="1"/>
          </p:cNvSpPr>
          <p:nvPr/>
        </p:nvSpPr>
        <p:spPr>
          <a:xfrm xmlns:a="http://schemas.openxmlformats.org/drawingml/2006/main">
            <a:off x="4648200" y="2190750"/>
            <a:ext cx="714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0">
                <a:solidFill>
                  <a:srgbClr val="83E0D0"/>
                </a:solidFill>
                <a:latin typeface="Arial"/>
                <a:ea typeface="Arial"/>
                <a:cs typeface="Arial"/>
              </a:defRPr>
            </a:pPr>
            <a:r>
              <a:rPr sz="3675" b="0">
                <a:solidFill>
                  <a:srgbClr val="83E0D0"/>
                </a:solidFill>
                <a:latin typeface="Arial"/>
                <a:ea typeface="Arial"/>
                <a:cs typeface="Arial"/>
              </a:rPr>
              <a:t>→</a:t>
            </a:r>
          </a:p>
        </p:txBody>
      </p:sp>
      <p:sp>
        <p:nvSpPr>
          <p:cNvPr id="6" name="Rectangle 5">
            <a:extLst xmlns:a="http://schemas.openxmlformats.org/drawingml/2006/main">
              <a:ext uri="{FF2B5EF4-FFF2-40B4-BE49-F238E27FC236}">
                <a16:creationId xmlns:a16="http://schemas.microsoft.com/office/drawing/2014/main" id="{743473ED-067C-4F97-AD33-517132D23B55}"/>
              </a:ext>
            </a:extLst>
          </p:cNvPr>
          <p:cNvSpPr>
            <a:spLocks xmlns:a="http://schemas.openxmlformats.org/drawingml/2006/main" noGrp="1"/>
          </p:cNvSpPr>
          <p:nvPr/>
        </p:nvSpPr>
        <p:spPr>
          <a:xfrm xmlns:a="http://schemas.openxmlformats.org/drawingml/2006/main">
            <a:off x="5819775" y="2190750"/>
            <a:ext cx="5695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83E0D0"/>
                </a:solidFill>
                <a:latin typeface="Consolas"/>
                <a:ea typeface="Consolas"/>
                <a:cs typeface="Consolas"/>
              </a:defRPr>
            </a:pPr>
            <a:r>
              <a:rPr sz="3525" b="1">
                <a:solidFill>
                  <a:srgbClr val="83E0D0"/>
                </a:solidFill>
                <a:latin typeface="Consolas"/>
                <a:ea typeface="Consolas"/>
                <a:cs typeface="Consolas"/>
              </a:rPr>
              <a:t>016D099A2C4C…</a:t>
            </a:r>
          </a:p>
        </p:txBody>
      </p:sp>
      <p:sp>
        <p:nvSpPr>
          <p:cNvPr id="7" name="Rectangle 6">
            <a:extLst xmlns:a="http://schemas.openxmlformats.org/drawingml/2006/main">
              <a:ext uri="{FF2B5EF4-FFF2-40B4-BE49-F238E27FC236}">
                <a16:creationId xmlns:a16="http://schemas.microsoft.com/office/drawing/2014/main" id="{76E034F4-5F4C-43FD-B533-7CD8E2352FF1}"/>
              </a:ext>
            </a:extLst>
          </p:cNvPr>
          <p:cNvSpPr>
            <a:spLocks xmlns:a="http://schemas.openxmlformats.org/drawingml/2006/main" noGrp="1"/>
          </p:cNvSpPr>
          <p:nvPr/>
        </p:nvSpPr>
        <p:spPr>
          <a:xfrm xmlns:a="http://schemas.openxmlformats.org/drawingml/2006/main">
            <a:off x="619125" y="3724275"/>
            <a:ext cx="3905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F7F3EA"/>
                </a:solidFill>
                <a:latin typeface="Arial"/>
                <a:ea typeface="Arial"/>
                <a:cs typeface="Arial"/>
              </a:defRPr>
            </a:pPr>
            <a:r>
              <a:rPr sz="2700" b="1">
                <a:solidFill>
                  <a:srgbClr val="F7F3EA"/>
                </a:solidFill>
                <a:latin typeface="Arial"/>
                <a:ea typeface="Arial"/>
                <a:cs typeface="Arial"/>
              </a:rPr>
              <a:t>renamed.txt</a:t>
            </a:r>
          </a:p>
        </p:txBody>
      </p:sp>
      <p:sp>
        <p:nvSpPr>
          <p:cNvPr id="8" name="Rectangle 7">
            <a:extLst xmlns:a="http://schemas.openxmlformats.org/drawingml/2006/main">
              <a:ext uri="{FF2B5EF4-FFF2-40B4-BE49-F238E27FC236}">
                <a16:creationId xmlns:a16="http://schemas.microsoft.com/office/drawing/2014/main" id="{93CBD1CA-5D1D-4110-B433-688874FBBF4B}"/>
              </a:ext>
            </a:extLst>
          </p:cNvPr>
          <p:cNvSpPr>
            <a:spLocks xmlns:a="http://schemas.openxmlformats.org/drawingml/2006/main" noGrp="1"/>
          </p:cNvSpPr>
          <p:nvPr/>
        </p:nvSpPr>
        <p:spPr>
          <a:xfrm xmlns:a="http://schemas.openxmlformats.org/drawingml/2006/main">
            <a:off x="4648200" y="3724275"/>
            <a:ext cx="714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0">
                <a:solidFill>
                  <a:srgbClr val="83E0D0"/>
                </a:solidFill>
                <a:latin typeface="Arial"/>
                <a:ea typeface="Arial"/>
                <a:cs typeface="Arial"/>
              </a:defRPr>
            </a:pPr>
            <a:r>
              <a:rPr sz="3675" b="0">
                <a:solidFill>
                  <a:srgbClr val="83E0D0"/>
                </a:solidFill>
                <a:latin typeface="Arial"/>
                <a:ea typeface="Arial"/>
                <a:cs typeface="Arial"/>
              </a:rPr>
              <a:t>→</a:t>
            </a:r>
          </a:p>
        </p:txBody>
      </p:sp>
      <p:sp>
        <p:nvSpPr>
          <p:cNvPr id="9" name="Rectangle 8">
            <a:extLst xmlns:a="http://schemas.openxmlformats.org/drawingml/2006/main">
              <a:ext uri="{FF2B5EF4-FFF2-40B4-BE49-F238E27FC236}">
                <a16:creationId xmlns:a16="http://schemas.microsoft.com/office/drawing/2014/main" id="{887DC099-DBBA-42CC-8FF5-77BBF107DBFF}"/>
              </a:ext>
            </a:extLst>
          </p:cNvPr>
          <p:cNvSpPr>
            <a:spLocks xmlns:a="http://schemas.openxmlformats.org/drawingml/2006/main" noGrp="1"/>
          </p:cNvSpPr>
          <p:nvPr/>
        </p:nvSpPr>
        <p:spPr>
          <a:xfrm xmlns:a="http://schemas.openxmlformats.org/drawingml/2006/main">
            <a:off x="5819775" y="3724275"/>
            <a:ext cx="56959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83E0D0"/>
                </a:solidFill>
                <a:latin typeface="Consolas"/>
                <a:ea typeface="Consolas"/>
                <a:cs typeface="Consolas"/>
              </a:defRPr>
            </a:pPr>
            <a:r>
              <a:rPr sz="3525" b="1">
                <a:solidFill>
                  <a:srgbClr val="83E0D0"/>
                </a:solidFill>
                <a:latin typeface="Consolas"/>
                <a:ea typeface="Consolas"/>
                <a:cs typeface="Consolas"/>
              </a:rPr>
              <a:t>016D099A2C4C…</a:t>
            </a:r>
          </a:p>
        </p:txBody>
      </p:sp>
      <p:sp>
        <p:nvSpPr>
          <p:cNvPr id="10" name="Rectangle 9">
            <a:extLst xmlns:a="http://schemas.openxmlformats.org/drawingml/2006/main">
              <a:ext uri="{FF2B5EF4-FFF2-40B4-BE49-F238E27FC236}">
                <a16:creationId xmlns:a16="http://schemas.microsoft.com/office/drawing/2014/main" id="{70BD7200-8951-49F7-9BFC-BC3A8368837D}"/>
              </a:ext>
            </a:extLst>
          </p:cNvPr>
          <p:cNvSpPr>
            <a:spLocks xmlns:a="http://schemas.openxmlformats.org/drawingml/2006/main" noGrp="1"/>
          </p:cNvSpPr>
          <p:nvPr/>
        </p:nvSpPr>
        <p:spPr>
          <a:xfrm xmlns:a="http://schemas.openxmlformats.org/drawingml/2006/main">
            <a:off x="619125" y="53911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F7F3EA"/>
                </a:solidFill>
                <a:latin typeface="Arial"/>
                <a:ea typeface="Arial"/>
                <a:cs typeface="Arial"/>
              </a:defRPr>
            </a:pPr>
            <a:r>
              <a:rPr sz="2850" b="1">
                <a:solidFill>
                  <a:srgbClr val="F7F3EA"/>
                </a:solidFill>
                <a:latin typeface="Arial"/>
                <a:ea typeface="Arial"/>
                <a:cs typeface="Arial"/>
              </a:rPr>
              <a:t>Same bytes. Same SHA-256 value.</a:t>
            </a:r>
          </a:p>
        </p:txBody>
      </p:sp>
      <p:sp>
        <p:nvSpPr>
          <p:cNvPr id="11" name="Rectangle 10">
            <a:extLst xmlns:a="http://schemas.openxmlformats.org/drawingml/2006/main">
              <a:ext uri="{FF2B5EF4-FFF2-40B4-BE49-F238E27FC236}">
                <a16:creationId xmlns:a16="http://schemas.microsoft.com/office/drawing/2014/main" id="{E65165FF-C2AA-4958-AB9E-C40691646E51}"/>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SHA-256 is the method used here. Only the first 12 characters of each actual result are shown.</a:t>
            </a:r>
          </a:p>
        </p:txBody>
      </p:sp>
    </p:spTree>
    <p:extLst>
      <p:ext uri="{BB962C8B-B14F-4D97-AF65-F5344CB8AC3E}">
        <p14:creationId xmlns:p14="http://schemas.microsoft.com/office/powerpoint/2010/main" val="572861317"/>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18F50658-6A82-4587-AFDA-E1EF31093567}"/>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B021F07F-25AE-4D93-AFE7-3458EABF3644}"/>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17</a:t>
            </a:r>
          </a:p>
        </p:txBody>
      </p:sp>
      <p:sp>
        <p:nvSpPr>
          <p:cNvPr id="3" name="Rectangle 2">
            <a:extLst xmlns:a="http://schemas.openxmlformats.org/drawingml/2006/main">
              <a:ext uri="{FF2B5EF4-FFF2-40B4-BE49-F238E27FC236}">
                <a16:creationId xmlns:a16="http://schemas.microsoft.com/office/drawing/2014/main" id="{9B97AF70-A93A-4EAD-B585-A741375ED203}"/>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One letter changes</a:t>
            </a:r>
          </a:p>
        </p:txBody>
      </p:sp>
      <p:sp>
        <p:nvSpPr>
          <p:cNvPr id="4" name="Rectangle 3">
            <a:extLst xmlns:a="http://schemas.openxmlformats.org/drawingml/2006/main">
              <a:ext uri="{FF2B5EF4-FFF2-40B4-BE49-F238E27FC236}">
                <a16:creationId xmlns:a16="http://schemas.microsoft.com/office/drawing/2014/main" id="{E47B0178-1BAB-464D-A1A5-9997064FF876}"/>
              </a:ext>
            </a:extLst>
          </p:cNvPr>
          <p:cNvSpPr>
            <a:spLocks xmlns:a="http://schemas.openxmlformats.org/drawingml/2006/main" noGrp="1"/>
          </p:cNvSpPr>
          <p:nvPr/>
        </p:nvSpPr>
        <p:spPr>
          <a:xfrm xmlns:a="http://schemas.openxmlformats.org/drawingml/2006/main">
            <a:off x="619125" y="2000250"/>
            <a:ext cx="466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87D82"/>
                </a:solidFill>
                <a:latin typeface="Arial"/>
                <a:ea typeface="Arial"/>
                <a:cs typeface="Arial"/>
              </a:defRPr>
            </a:pPr>
            <a:r>
              <a:rPr sz="2400" b="1">
                <a:solidFill>
                  <a:srgbClr val="087D82"/>
                </a:solidFill>
                <a:latin typeface="Arial"/>
                <a:ea typeface="Arial"/>
                <a:cs typeface="Arial"/>
              </a:rPr>
              <a:t>Original</a:t>
            </a:r>
          </a:p>
        </p:txBody>
      </p:sp>
      <p:sp>
        <p:nvSpPr>
          <p:cNvPr id="5" name="Rectangle 4">
            <a:extLst xmlns:a="http://schemas.openxmlformats.org/drawingml/2006/main">
              <a:ext uri="{FF2B5EF4-FFF2-40B4-BE49-F238E27FC236}">
                <a16:creationId xmlns:a16="http://schemas.microsoft.com/office/drawing/2014/main" id="{7BA610A3-D40C-4F41-805F-11EDE18F464E}"/>
              </a:ext>
            </a:extLst>
          </p:cNvPr>
          <p:cNvSpPr>
            <a:spLocks xmlns:a="http://schemas.openxmlformats.org/drawingml/2006/main" noGrp="1"/>
          </p:cNvSpPr>
          <p:nvPr/>
        </p:nvSpPr>
        <p:spPr>
          <a:xfrm xmlns:a="http://schemas.openxmlformats.org/drawingml/2006/main">
            <a:off x="619125" y="2790825"/>
            <a:ext cx="4667250" cy="2428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6" name="Rectangle 5">
            <a:extLst xmlns:a="http://schemas.openxmlformats.org/drawingml/2006/main">
              <a:ext uri="{FF2B5EF4-FFF2-40B4-BE49-F238E27FC236}">
                <a16:creationId xmlns:a16="http://schemas.microsoft.com/office/drawing/2014/main" id="{15C67FD2-4758-4980-B218-0ABD90EDB9AA}"/>
              </a:ext>
            </a:extLst>
          </p:cNvPr>
          <p:cNvSpPr>
            <a:spLocks xmlns:a="http://schemas.openxmlformats.org/drawingml/2006/main" noGrp="1"/>
          </p:cNvSpPr>
          <p:nvPr/>
        </p:nvSpPr>
        <p:spPr>
          <a:xfrm xmlns:a="http://schemas.openxmlformats.org/drawingml/2006/main">
            <a:off x="952500" y="3219450"/>
            <a:ext cx="4000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02B3A"/>
                </a:solidFill>
                <a:latin typeface="Arial"/>
                <a:ea typeface="Arial"/>
                <a:cs typeface="Arial"/>
              </a:defRPr>
            </a:pPr>
            <a:r>
              <a:rPr sz="4050" b="1">
                <a:solidFill>
                  <a:srgbClr val="102B3A"/>
                </a:solidFill>
                <a:latin typeface="Arial"/>
                <a:ea typeface="Arial"/>
                <a:cs typeface="Arial"/>
              </a:rPr>
              <a:t>Meet in</a:t>
            </a:r>
          </a:p>
          <a:p xmlns:a="http://schemas.openxmlformats.org/drawingml/2006/main">
            <a:pPr>
              <a:buNone/>
              <a:defRPr sz="4050" b="1">
                <a:solidFill>
                  <a:srgbClr val="102B3A"/>
                </a:solidFill>
                <a:latin typeface="Arial"/>
                <a:ea typeface="Arial"/>
                <a:cs typeface="Arial"/>
              </a:defRPr>
            </a:pPr>
            <a:r>
              <a:rPr sz="4050" b="1">
                <a:solidFill>
                  <a:srgbClr val="102B3A"/>
                </a:solidFill>
                <a:latin typeface="Arial"/>
                <a:ea typeface="Arial"/>
                <a:cs typeface="Arial"/>
              </a:rPr>
              <a:t>Hall A.</a:t>
            </a:r>
          </a:p>
        </p:txBody>
      </p:sp>
      <p:sp>
        <p:nvSpPr>
          <p:cNvPr id="7" name="Rectangle 6">
            <a:extLst xmlns:a="http://schemas.openxmlformats.org/drawingml/2006/main">
              <a:ext uri="{FF2B5EF4-FFF2-40B4-BE49-F238E27FC236}">
                <a16:creationId xmlns:a16="http://schemas.microsoft.com/office/drawing/2014/main" id="{616F517B-4D03-4E83-B59F-78DDD026E49C}"/>
              </a:ext>
            </a:extLst>
          </p:cNvPr>
          <p:cNvSpPr>
            <a:spLocks xmlns:a="http://schemas.openxmlformats.org/drawingml/2006/main" noGrp="1"/>
          </p:cNvSpPr>
          <p:nvPr/>
        </p:nvSpPr>
        <p:spPr>
          <a:xfrm xmlns:a="http://schemas.openxmlformats.org/drawingml/2006/main">
            <a:off x="6810375" y="2000250"/>
            <a:ext cx="466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87D82"/>
                </a:solidFill>
                <a:latin typeface="Arial"/>
                <a:ea typeface="Arial"/>
                <a:cs typeface="Arial"/>
              </a:defRPr>
            </a:pPr>
            <a:r>
              <a:rPr sz="2400" b="1">
                <a:solidFill>
                  <a:srgbClr val="087D82"/>
                </a:solidFill>
                <a:latin typeface="Arial"/>
                <a:ea typeface="Arial"/>
                <a:cs typeface="Arial"/>
              </a:rPr>
              <a:t>Edited copy</a:t>
            </a:r>
          </a:p>
        </p:txBody>
      </p:sp>
      <p:sp>
        <p:nvSpPr>
          <p:cNvPr id="8" name="Rectangle 7">
            <a:extLst xmlns:a="http://schemas.openxmlformats.org/drawingml/2006/main">
              <a:ext uri="{FF2B5EF4-FFF2-40B4-BE49-F238E27FC236}">
                <a16:creationId xmlns:a16="http://schemas.microsoft.com/office/drawing/2014/main" id="{E8745ECB-AE28-41CE-AA31-E1F6F70A210B}"/>
              </a:ext>
            </a:extLst>
          </p:cNvPr>
          <p:cNvSpPr>
            <a:spLocks xmlns:a="http://schemas.openxmlformats.org/drawingml/2006/main" noGrp="1"/>
          </p:cNvSpPr>
          <p:nvPr/>
        </p:nvSpPr>
        <p:spPr>
          <a:xfrm xmlns:a="http://schemas.openxmlformats.org/drawingml/2006/main">
            <a:off x="6810375" y="2790825"/>
            <a:ext cx="4667250" cy="24288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9" name="Rectangle 8">
            <a:extLst xmlns:a="http://schemas.openxmlformats.org/drawingml/2006/main">
              <a:ext uri="{FF2B5EF4-FFF2-40B4-BE49-F238E27FC236}">
                <a16:creationId xmlns:a16="http://schemas.microsoft.com/office/drawing/2014/main" id="{CF3E1121-B3F6-45B9-8DF0-6C48AE564CF2}"/>
              </a:ext>
            </a:extLst>
          </p:cNvPr>
          <p:cNvSpPr>
            <a:spLocks xmlns:a="http://schemas.openxmlformats.org/drawingml/2006/main" noGrp="1"/>
          </p:cNvSpPr>
          <p:nvPr/>
        </p:nvSpPr>
        <p:spPr>
          <a:xfrm xmlns:a="http://schemas.openxmlformats.org/drawingml/2006/main">
            <a:off x="7143750" y="3219450"/>
            <a:ext cx="4000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02B3A"/>
                </a:solidFill>
                <a:latin typeface="Arial"/>
                <a:ea typeface="Arial"/>
                <a:cs typeface="Arial"/>
              </a:defRPr>
            </a:pPr>
            <a:r>
              <a:rPr sz="4050" b="1">
                <a:solidFill>
                  <a:srgbClr val="102B3A"/>
                </a:solidFill>
                <a:latin typeface="Arial"/>
                <a:ea typeface="Arial"/>
                <a:cs typeface="Arial"/>
              </a:rPr>
              <a:t>Meet in</a:t>
            </a:r>
          </a:p>
          <a:p xmlns:a="http://schemas.openxmlformats.org/drawingml/2006/main">
            <a:pPr>
              <a:buNone/>
              <a:defRPr sz="4050" b="1">
                <a:solidFill>
                  <a:srgbClr val="102B3A"/>
                </a:solidFill>
                <a:latin typeface="Arial"/>
                <a:ea typeface="Arial"/>
                <a:cs typeface="Arial"/>
              </a:defRPr>
            </a:pPr>
            <a:r>
              <a:rPr sz="4050" b="1">
                <a:solidFill>
                  <a:srgbClr val="102B3A"/>
                </a:solidFill>
                <a:latin typeface="Arial"/>
                <a:ea typeface="Arial"/>
                <a:cs typeface="Arial"/>
              </a:rPr>
              <a:t>Hall B.</a:t>
            </a:r>
          </a:p>
        </p:txBody>
      </p:sp>
      <p:sp>
        <p:nvSpPr>
          <p:cNvPr id="10" name="Rectangle 9">
            <a:extLst xmlns:a="http://schemas.openxmlformats.org/drawingml/2006/main">
              <a:ext uri="{FF2B5EF4-FFF2-40B4-BE49-F238E27FC236}">
                <a16:creationId xmlns:a16="http://schemas.microsoft.com/office/drawing/2014/main" id="{6A1CB7F0-0E37-4C92-B5F6-3F026D9134BD}"/>
              </a:ext>
            </a:extLst>
          </p:cNvPr>
          <p:cNvSpPr>
            <a:spLocks xmlns:a="http://schemas.openxmlformats.org/drawingml/2006/main" noGrp="1"/>
          </p:cNvSpPr>
          <p:nvPr/>
        </p:nvSpPr>
        <p:spPr>
          <a:xfrm xmlns:a="http://schemas.openxmlformats.org/drawingml/2006/main">
            <a:off x="619125" y="56388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087D82"/>
                </a:solidFill>
                <a:latin typeface="Arial"/>
                <a:ea typeface="Arial"/>
                <a:cs typeface="Arial"/>
              </a:defRPr>
            </a:pPr>
            <a:r>
              <a:rPr sz="2775" b="1">
                <a:solidFill>
                  <a:srgbClr val="087D82"/>
                </a:solidFill>
                <a:latin typeface="Arial"/>
                <a:ea typeface="Arial"/>
                <a:cs typeface="Arial"/>
              </a:rPr>
              <a:t>Will the content check stay the same?</a:t>
            </a:r>
          </a:p>
        </p:txBody>
      </p:sp>
      <p:sp>
        <p:nvSpPr>
          <p:cNvPr id="11" name="Rectangle 10">
            <a:extLst xmlns:a="http://schemas.openxmlformats.org/drawingml/2006/main">
              <a:ext uri="{FF2B5EF4-FFF2-40B4-BE49-F238E27FC236}">
                <a16:creationId xmlns:a16="http://schemas.microsoft.com/office/drawing/2014/main" id="{686058AC-FC2A-4B7B-9B59-1CE867D4054C}"/>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A becomes B in a working copy.</a:t>
            </a:r>
          </a:p>
        </p:txBody>
      </p:sp>
    </p:spTree>
    <p:extLst>
      <p:ext uri="{BB962C8B-B14F-4D97-AF65-F5344CB8AC3E}">
        <p14:creationId xmlns:p14="http://schemas.microsoft.com/office/powerpoint/2010/main" val="377544670"/>
      </p:ext>
    </p:extLst>
  </p:cSld>
</p:sld>
</file>

<file path=ppt/slides/slide17.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C2B24D11-763D-4806-9163-856A2398F165}"/>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3E0D0"/>
                </a:solidFill>
                <a:latin typeface="Arial"/>
                <a:ea typeface="Arial"/>
                <a:cs typeface="Arial"/>
              </a:defRPr>
            </a:pPr>
            <a:r>
              <a:rPr sz="1200" b="1">
                <a:solidFill>
                  <a:srgbClr val="83E0D0"/>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0ED10031-BCB4-4E52-8B0C-0B586EB73940}"/>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18</a:t>
            </a:r>
          </a:p>
        </p:txBody>
      </p:sp>
      <p:sp>
        <p:nvSpPr>
          <p:cNvPr id="3" name="Rectangle 2">
            <a:extLst xmlns:a="http://schemas.openxmlformats.org/drawingml/2006/main">
              <a:ext uri="{FF2B5EF4-FFF2-40B4-BE49-F238E27FC236}">
                <a16:creationId xmlns:a16="http://schemas.microsoft.com/office/drawing/2014/main" id="{7366F38A-02A1-405D-8763-8C0D4B29FC55}"/>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F7F3EA"/>
                </a:solidFill>
                <a:latin typeface="Arial"/>
                <a:ea typeface="Arial"/>
                <a:cs typeface="Arial"/>
              </a:defRPr>
            </a:pPr>
            <a:r>
              <a:rPr sz="3900" b="1">
                <a:solidFill>
                  <a:srgbClr val="F7F3EA"/>
                </a:solidFill>
                <a:latin typeface="Arial"/>
                <a:ea typeface="Arial"/>
                <a:cs typeface="Arial"/>
              </a:rPr>
              <a:t>The content check changes</a:t>
            </a:r>
          </a:p>
        </p:txBody>
      </p:sp>
      <p:sp>
        <p:nvSpPr>
          <p:cNvPr id="4" name="Rectangle 3">
            <a:extLst xmlns:a="http://schemas.openxmlformats.org/drawingml/2006/main">
              <a:ext uri="{FF2B5EF4-FFF2-40B4-BE49-F238E27FC236}">
                <a16:creationId xmlns:a16="http://schemas.microsoft.com/office/drawing/2014/main" id="{0EA14FF2-5C09-4F92-83FE-E0E8D746EE71}"/>
              </a:ext>
            </a:extLst>
          </p:cNvPr>
          <p:cNvSpPr>
            <a:spLocks xmlns:a="http://schemas.openxmlformats.org/drawingml/2006/main" noGrp="1"/>
          </p:cNvSpPr>
          <p:nvPr/>
        </p:nvSpPr>
        <p:spPr>
          <a:xfrm xmlns:a="http://schemas.openxmlformats.org/drawingml/2006/main">
            <a:off x="619125" y="2171700"/>
            <a:ext cx="3857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1">
                <a:solidFill>
                  <a:srgbClr val="F7F3EA"/>
                </a:solidFill>
                <a:latin typeface="Arial"/>
                <a:ea typeface="Arial"/>
                <a:cs typeface="Arial"/>
              </a:defRPr>
            </a:pPr>
            <a:r>
              <a:rPr sz="3375" b="1">
                <a:solidFill>
                  <a:srgbClr val="F7F3EA"/>
                </a:solidFill>
                <a:latin typeface="Arial"/>
                <a:ea typeface="Arial"/>
                <a:cs typeface="Arial"/>
              </a:rPr>
              <a:t>Hall A</a:t>
            </a:r>
          </a:p>
        </p:txBody>
      </p:sp>
      <p:sp>
        <p:nvSpPr>
          <p:cNvPr id="5" name="Rectangle 4">
            <a:extLst xmlns:a="http://schemas.openxmlformats.org/drawingml/2006/main">
              <a:ext uri="{FF2B5EF4-FFF2-40B4-BE49-F238E27FC236}">
                <a16:creationId xmlns:a16="http://schemas.microsoft.com/office/drawing/2014/main" id="{340F843C-5B76-4D7B-8612-6E3B815BA399}"/>
              </a:ext>
            </a:extLst>
          </p:cNvPr>
          <p:cNvSpPr>
            <a:spLocks xmlns:a="http://schemas.openxmlformats.org/drawingml/2006/main" noGrp="1"/>
          </p:cNvSpPr>
          <p:nvPr/>
        </p:nvSpPr>
        <p:spPr>
          <a:xfrm xmlns:a="http://schemas.openxmlformats.org/drawingml/2006/main">
            <a:off x="4600575" y="2171700"/>
            <a:ext cx="809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0">
                <a:solidFill>
                  <a:srgbClr val="83E0D0"/>
                </a:solidFill>
                <a:latin typeface="Arial"/>
                <a:ea typeface="Arial"/>
                <a:cs typeface="Arial"/>
              </a:defRPr>
            </a:pPr>
            <a:r>
              <a:rPr sz="3900" b="0">
                <a:solidFill>
                  <a:srgbClr val="83E0D0"/>
                </a:solidFill>
                <a:latin typeface="Arial"/>
                <a:ea typeface="Arial"/>
                <a:cs typeface="Arial"/>
              </a:rPr>
              <a:t>→</a:t>
            </a:r>
          </a:p>
        </p:txBody>
      </p:sp>
      <p:sp>
        <p:nvSpPr>
          <p:cNvPr id="6" name="Rectangle 5">
            <a:extLst xmlns:a="http://schemas.openxmlformats.org/drawingml/2006/main">
              <a:ext uri="{FF2B5EF4-FFF2-40B4-BE49-F238E27FC236}">
                <a16:creationId xmlns:a16="http://schemas.microsoft.com/office/drawing/2014/main" id="{371CD2C2-993F-4B38-B304-E6AD0F5EFEDE}"/>
              </a:ext>
            </a:extLst>
          </p:cNvPr>
          <p:cNvSpPr>
            <a:spLocks xmlns:a="http://schemas.openxmlformats.org/drawingml/2006/main" noGrp="1"/>
          </p:cNvSpPr>
          <p:nvPr/>
        </p:nvSpPr>
        <p:spPr>
          <a:xfrm xmlns:a="http://schemas.openxmlformats.org/drawingml/2006/main">
            <a:off x="5810250" y="2171700"/>
            <a:ext cx="5762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83E0D0"/>
                </a:solidFill>
                <a:latin typeface="Consolas"/>
                <a:ea typeface="Consolas"/>
                <a:cs typeface="Consolas"/>
              </a:defRPr>
            </a:pPr>
            <a:r>
              <a:rPr sz="3525" b="1">
                <a:solidFill>
                  <a:srgbClr val="83E0D0"/>
                </a:solidFill>
                <a:latin typeface="Consolas"/>
                <a:ea typeface="Consolas"/>
                <a:cs typeface="Consolas"/>
              </a:rPr>
              <a:t>016D099A2C4C…</a:t>
            </a:r>
          </a:p>
        </p:txBody>
      </p:sp>
      <p:sp>
        <p:nvSpPr>
          <p:cNvPr id="7" name="Rectangle 6">
            <a:extLst xmlns:a="http://schemas.openxmlformats.org/drawingml/2006/main">
              <a:ext uri="{FF2B5EF4-FFF2-40B4-BE49-F238E27FC236}">
                <a16:creationId xmlns:a16="http://schemas.microsoft.com/office/drawing/2014/main" id="{2B290185-B97D-47D0-BDED-5A89714FE862}"/>
              </a:ext>
            </a:extLst>
          </p:cNvPr>
          <p:cNvSpPr>
            <a:spLocks xmlns:a="http://schemas.openxmlformats.org/drawingml/2006/main" noGrp="1"/>
          </p:cNvSpPr>
          <p:nvPr/>
        </p:nvSpPr>
        <p:spPr>
          <a:xfrm xmlns:a="http://schemas.openxmlformats.org/drawingml/2006/main">
            <a:off x="619125" y="3619500"/>
            <a:ext cx="3857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1">
                <a:solidFill>
                  <a:srgbClr val="F7F3EA"/>
                </a:solidFill>
                <a:latin typeface="Arial"/>
                <a:ea typeface="Arial"/>
                <a:cs typeface="Arial"/>
              </a:defRPr>
            </a:pPr>
            <a:r>
              <a:rPr sz="3375" b="1">
                <a:solidFill>
                  <a:srgbClr val="F7F3EA"/>
                </a:solidFill>
                <a:latin typeface="Arial"/>
                <a:ea typeface="Arial"/>
                <a:cs typeface="Arial"/>
              </a:rPr>
              <a:t>Hall B</a:t>
            </a:r>
          </a:p>
        </p:txBody>
      </p:sp>
      <p:sp>
        <p:nvSpPr>
          <p:cNvPr id="8" name="Rectangle 7">
            <a:extLst xmlns:a="http://schemas.openxmlformats.org/drawingml/2006/main">
              <a:ext uri="{FF2B5EF4-FFF2-40B4-BE49-F238E27FC236}">
                <a16:creationId xmlns:a16="http://schemas.microsoft.com/office/drawing/2014/main" id="{AEB9709D-6273-454D-8F12-BD9BCDB01FDE}"/>
              </a:ext>
            </a:extLst>
          </p:cNvPr>
          <p:cNvSpPr>
            <a:spLocks xmlns:a="http://schemas.openxmlformats.org/drawingml/2006/main" noGrp="1"/>
          </p:cNvSpPr>
          <p:nvPr/>
        </p:nvSpPr>
        <p:spPr>
          <a:xfrm xmlns:a="http://schemas.openxmlformats.org/drawingml/2006/main">
            <a:off x="4600575" y="3619500"/>
            <a:ext cx="809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0">
                <a:solidFill>
                  <a:srgbClr val="83E0D0"/>
                </a:solidFill>
                <a:latin typeface="Arial"/>
                <a:ea typeface="Arial"/>
                <a:cs typeface="Arial"/>
              </a:defRPr>
            </a:pPr>
            <a:r>
              <a:rPr sz="3900" b="0">
                <a:solidFill>
                  <a:srgbClr val="83E0D0"/>
                </a:solidFill>
                <a:latin typeface="Arial"/>
                <a:ea typeface="Arial"/>
                <a:cs typeface="Arial"/>
              </a:rPr>
              <a:t>→</a:t>
            </a:r>
          </a:p>
        </p:txBody>
      </p:sp>
      <p:sp>
        <p:nvSpPr>
          <p:cNvPr id="9" name="Rectangle 8">
            <a:extLst xmlns:a="http://schemas.openxmlformats.org/drawingml/2006/main">
              <a:ext uri="{FF2B5EF4-FFF2-40B4-BE49-F238E27FC236}">
                <a16:creationId xmlns:a16="http://schemas.microsoft.com/office/drawing/2014/main" id="{87E6BA44-006C-4E90-9A32-5D25F8D1224B}"/>
              </a:ext>
            </a:extLst>
          </p:cNvPr>
          <p:cNvSpPr>
            <a:spLocks xmlns:a="http://schemas.openxmlformats.org/drawingml/2006/main" noGrp="1"/>
          </p:cNvSpPr>
          <p:nvPr/>
        </p:nvSpPr>
        <p:spPr>
          <a:xfrm xmlns:a="http://schemas.openxmlformats.org/drawingml/2006/main">
            <a:off x="5810250" y="3619500"/>
            <a:ext cx="5762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F8BD63"/>
                </a:solidFill>
                <a:latin typeface="Consolas"/>
                <a:ea typeface="Consolas"/>
                <a:cs typeface="Consolas"/>
              </a:defRPr>
            </a:pPr>
            <a:r>
              <a:rPr sz="3525" b="1">
                <a:solidFill>
                  <a:srgbClr val="F8BD63"/>
                </a:solidFill>
                <a:latin typeface="Consolas"/>
                <a:ea typeface="Consolas"/>
                <a:cs typeface="Consolas"/>
              </a:rPr>
              <a:t>03796241B047…</a:t>
            </a:r>
          </a:p>
        </p:txBody>
      </p:sp>
      <p:sp>
        <p:nvSpPr>
          <p:cNvPr id="10" name="Rectangle 9">
            <a:extLst xmlns:a="http://schemas.openxmlformats.org/drawingml/2006/main">
              <a:ext uri="{FF2B5EF4-FFF2-40B4-BE49-F238E27FC236}">
                <a16:creationId xmlns:a16="http://schemas.microsoft.com/office/drawing/2014/main" id="{34CCCF7A-5413-4A42-8FBD-8F543AC9900C}"/>
              </a:ext>
            </a:extLst>
          </p:cNvPr>
          <p:cNvSpPr>
            <a:spLocks xmlns:a="http://schemas.openxmlformats.org/drawingml/2006/main" noGrp="1"/>
          </p:cNvSpPr>
          <p:nvPr/>
        </p:nvSpPr>
        <p:spPr>
          <a:xfrm xmlns:a="http://schemas.openxmlformats.org/drawingml/2006/main">
            <a:off x="619125" y="530542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0">
                <a:solidFill>
                  <a:srgbClr val="F7F3EA"/>
                </a:solidFill>
                <a:latin typeface="Arial"/>
                <a:ea typeface="Arial"/>
                <a:cs typeface="Arial"/>
              </a:defRPr>
            </a:pPr>
            <a:r>
              <a:rPr sz="2700" b="0">
                <a:solidFill>
                  <a:srgbClr val="F7F3EA"/>
                </a:solidFill>
                <a:latin typeface="Arial"/>
                <a:ea typeface="Arial"/>
                <a:cs typeface="Arial"/>
              </a:rPr>
              <a:t>Does the hash tell us who wrote it?</a:t>
            </a:r>
          </a:p>
        </p:txBody>
      </p:sp>
      <p:sp>
        <p:nvSpPr>
          <p:cNvPr id="11" name="Rectangle 10">
            <a:extLst xmlns:a="http://schemas.openxmlformats.org/drawingml/2006/main">
              <a:ext uri="{FF2B5EF4-FFF2-40B4-BE49-F238E27FC236}">
                <a16:creationId xmlns:a16="http://schemas.microsoft.com/office/drawing/2014/main" id="{13CF2D8D-2134-42C8-8846-B860B01F94C4}"/>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No: it checks content, not authorship. Actual SHA-256 prefixes; full values are in the notes.</a:t>
            </a:r>
          </a:p>
        </p:txBody>
      </p:sp>
    </p:spTree>
    <p:extLst>
      <p:ext uri="{BB962C8B-B14F-4D97-AF65-F5344CB8AC3E}">
        <p14:creationId xmlns:p14="http://schemas.microsoft.com/office/powerpoint/2010/main" val="1207098598"/>
      </p:ext>
    </p:extLst>
  </p:cSld>
</p:sld>
</file>

<file path=ppt/slides/slide1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E2BF6F8C-8BB6-42CB-9A6D-F6C39ADFFC77}"/>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5496535C-ECA3-46D4-BB11-DD44A36E311D}"/>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19</a:t>
            </a:r>
          </a:p>
        </p:txBody>
      </p:sp>
      <p:sp>
        <p:nvSpPr>
          <p:cNvPr id="3" name="Rectangle 2">
            <a:extLst xmlns:a="http://schemas.openxmlformats.org/drawingml/2006/main">
              <a:ext uri="{FF2B5EF4-FFF2-40B4-BE49-F238E27FC236}">
                <a16:creationId xmlns:a16="http://schemas.microsoft.com/office/drawing/2014/main" id="{9A1A519C-6069-468D-8DF7-C9B78916A8CE}"/>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Who handled this USB?</a:t>
            </a:r>
          </a:p>
        </p:txBody>
      </p:sp>
      <p:pic>
        <p:nvPicPr>
          <p:cNvPr id="17" name="Picture 14"/>
          <p:cNvPicPr>
            <a:picLocks xmlns:a="http://schemas.openxmlformats.org/drawingml/2006/main" noChangeAspect="1"/>
          </p:cNvPicPr>
          <p:nvPr/>
        </p:nvPicPr>
        <p:blipFill>
          <a:blip xmlns:r="http://schemas.openxmlformats.org/officeDocument/2006/relationships" xmlns:a="http://schemas.openxmlformats.org/drawingml/2006/main" r:embed="R9a8217d75b374847"/>
          <a:srcRect xmlns:a="http://schemas.openxmlformats.org/drawingml/2006/main" l="0" t="24766" r="0" b="24766"/>
          <a:stretch xmlns:a="http://schemas.openxmlformats.org/drawingml/2006/main">
            <a:fillRect l="0" t="0" r="0" b="0"/>
          </a:stretch>
        </p:blipFill>
        <p:spPr>
          <a:xfrm xmlns:a="http://schemas.openxmlformats.org/drawingml/2006/main">
            <a:off x="381000" y="1733550"/>
            <a:ext cx="11334750" cy="321945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AC4D02B7-9848-4F47-B047-FBE619B06270}"/>
              </a:ext>
            </a:extLst>
          </p:cNvPr>
          <p:cNvSpPr>
            <a:spLocks xmlns:a="http://schemas.openxmlformats.org/drawingml/2006/main" noGrp="1"/>
          </p:cNvSpPr>
          <p:nvPr/>
        </p:nvSpPr>
        <p:spPr>
          <a:xfrm xmlns:a="http://schemas.openxmlformats.org/drawingml/2006/main">
            <a:off x="619125" y="5010150"/>
            <a:ext cx="3743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02B3A"/>
                </a:solidFill>
                <a:latin typeface="Arial"/>
                <a:ea typeface="Arial"/>
                <a:cs typeface="Arial"/>
              </a:defRPr>
            </a:pPr>
            <a:r>
              <a:rPr sz="2250" b="1">
                <a:solidFill>
                  <a:srgbClr val="102B3A"/>
                </a:solidFill>
                <a:latin typeface="Arial"/>
                <a:ea typeface="Arial"/>
                <a:cs typeface="Arial"/>
              </a:rPr>
              <a:t>09:00 · Finder</a:t>
            </a:r>
          </a:p>
        </p:txBody>
      </p:sp>
      <p:sp>
        <p:nvSpPr>
          <p:cNvPr id="6" name="Rectangle 5">
            <a:extLst xmlns:a="http://schemas.openxmlformats.org/drawingml/2006/main">
              <a:ext uri="{FF2B5EF4-FFF2-40B4-BE49-F238E27FC236}">
                <a16:creationId xmlns:a16="http://schemas.microsoft.com/office/drawing/2014/main" id="{BC5DCCA8-D19C-4DAE-A827-440031ECE9D5}"/>
              </a:ext>
            </a:extLst>
          </p:cNvPr>
          <p:cNvSpPr>
            <a:spLocks xmlns:a="http://schemas.openxmlformats.org/drawingml/2006/main" noGrp="1"/>
          </p:cNvSpPr>
          <p:nvPr/>
        </p:nvSpPr>
        <p:spPr>
          <a:xfrm xmlns:a="http://schemas.openxmlformats.org/drawingml/2006/main">
            <a:off x="619125" y="5534025"/>
            <a:ext cx="3743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087D82"/>
                </a:solidFill>
                <a:latin typeface="Arial"/>
                <a:ea typeface="Arial"/>
                <a:cs typeface="Arial"/>
              </a:defRPr>
            </a:pPr>
            <a:r>
              <a:rPr sz="2100" b="0">
                <a:solidFill>
                  <a:srgbClr val="087D82"/>
                </a:solidFill>
                <a:latin typeface="Arial"/>
                <a:ea typeface="Arial"/>
                <a:cs typeface="Arial"/>
              </a:rPr>
              <a:t>→ Sara, examiner</a:t>
            </a:r>
          </a:p>
        </p:txBody>
      </p:sp>
      <p:sp>
        <p:nvSpPr>
          <p:cNvPr id="7" name="Rectangle 6">
            <a:extLst xmlns:a="http://schemas.openxmlformats.org/drawingml/2006/main">
              <a:ext uri="{FF2B5EF4-FFF2-40B4-BE49-F238E27FC236}">
                <a16:creationId xmlns:a16="http://schemas.microsoft.com/office/drawing/2014/main" id="{E2218218-5B06-419C-A482-AC44B38EC6D7}"/>
              </a:ext>
            </a:extLst>
          </p:cNvPr>
          <p:cNvSpPr>
            <a:spLocks xmlns:a="http://schemas.openxmlformats.org/drawingml/2006/main" noGrp="1"/>
          </p:cNvSpPr>
          <p:nvPr/>
        </p:nvSpPr>
        <p:spPr>
          <a:xfrm xmlns:a="http://schemas.openxmlformats.org/drawingml/2006/main">
            <a:off x="4543425" y="5010150"/>
            <a:ext cx="3743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02B3A"/>
                </a:solidFill>
                <a:latin typeface="Arial"/>
                <a:ea typeface="Arial"/>
                <a:cs typeface="Arial"/>
              </a:defRPr>
            </a:pPr>
            <a:r>
              <a:rPr sz="2250" b="1">
                <a:solidFill>
                  <a:srgbClr val="102B3A"/>
                </a:solidFill>
                <a:latin typeface="Arial"/>
                <a:ea typeface="Arial"/>
                <a:cs typeface="Arial"/>
              </a:rPr>
              <a:t>09:20 · Sara</a:t>
            </a:r>
          </a:p>
        </p:txBody>
      </p:sp>
      <p:sp>
        <p:nvSpPr>
          <p:cNvPr id="8" name="Rectangle 7">
            <a:extLst xmlns:a="http://schemas.openxmlformats.org/drawingml/2006/main">
              <a:ext uri="{FF2B5EF4-FFF2-40B4-BE49-F238E27FC236}">
                <a16:creationId xmlns:a16="http://schemas.microsoft.com/office/drawing/2014/main" id="{CAC21B45-0CAB-4A69-99BC-46AA962BD6DB}"/>
              </a:ext>
            </a:extLst>
          </p:cNvPr>
          <p:cNvSpPr>
            <a:spLocks xmlns:a="http://schemas.openxmlformats.org/drawingml/2006/main" noGrp="1"/>
          </p:cNvSpPr>
          <p:nvPr/>
        </p:nvSpPr>
        <p:spPr>
          <a:xfrm xmlns:a="http://schemas.openxmlformats.org/drawingml/2006/main">
            <a:off x="4543425" y="5534025"/>
            <a:ext cx="3743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087D82"/>
                </a:solidFill>
                <a:latin typeface="Arial"/>
                <a:ea typeface="Arial"/>
                <a:cs typeface="Arial"/>
              </a:defRPr>
            </a:pPr>
            <a:r>
              <a:rPr sz="2100" b="0">
                <a:solidFill>
                  <a:srgbClr val="087D82"/>
                </a:solidFill>
                <a:latin typeface="Arial"/>
                <a:ea typeface="Arial"/>
                <a:cs typeface="Arial"/>
              </a:rPr>
              <a:t>→ Ali, custodian</a:t>
            </a:r>
          </a:p>
        </p:txBody>
      </p:sp>
      <p:sp>
        <p:nvSpPr>
          <p:cNvPr id="9" name="Rectangle 8">
            <a:extLst xmlns:a="http://schemas.openxmlformats.org/drawingml/2006/main">
              <a:ext uri="{FF2B5EF4-FFF2-40B4-BE49-F238E27FC236}">
                <a16:creationId xmlns:a16="http://schemas.microsoft.com/office/drawing/2014/main" id="{1DDEFBD7-3E98-4673-9EA7-2E5413C6543F}"/>
              </a:ext>
            </a:extLst>
          </p:cNvPr>
          <p:cNvSpPr>
            <a:spLocks xmlns:a="http://schemas.openxmlformats.org/drawingml/2006/main" noGrp="1"/>
          </p:cNvSpPr>
          <p:nvPr/>
        </p:nvSpPr>
        <p:spPr>
          <a:xfrm xmlns:a="http://schemas.openxmlformats.org/drawingml/2006/main">
            <a:off x="8467725" y="5010150"/>
            <a:ext cx="3743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02B3A"/>
                </a:solidFill>
                <a:latin typeface="Arial"/>
                <a:ea typeface="Arial"/>
                <a:cs typeface="Arial"/>
              </a:defRPr>
            </a:pPr>
            <a:r>
              <a:rPr sz="2250" b="1">
                <a:solidFill>
                  <a:srgbClr val="102B3A"/>
                </a:solidFill>
                <a:latin typeface="Arial"/>
                <a:ea typeface="Arial"/>
                <a:cs typeface="Arial"/>
              </a:rPr>
              <a:t>Storage</a:t>
            </a:r>
          </a:p>
        </p:txBody>
      </p:sp>
      <p:sp>
        <p:nvSpPr>
          <p:cNvPr id="10" name="Rectangle 9">
            <a:extLst xmlns:a="http://schemas.openxmlformats.org/drawingml/2006/main">
              <a:ext uri="{FF2B5EF4-FFF2-40B4-BE49-F238E27FC236}">
                <a16:creationId xmlns:a16="http://schemas.microsoft.com/office/drawing/2014/main" id="{370364B6-D04C-426F-B841-657223BA4474}"/>
              </a:ext>
            </a:extLst>
          </p:cNvPr>
          <p:cNvSpPr>
            <a:spLocks xmlns:a="http://schemas.openxmlformats.org/drawingml/2006/main" noGrp="1"/>
          </p:cNvSpPr>
          <p:nvPr/>
        </p:nvSpPr>
        <p:spPr>
          <a:xfrm xmlns:a="http://schemas.openxmlformats.org/drawingml/2006/main">
            <a:off x="8467725" y="5534025"/>
            <a:ext cx="37433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087D82"/>
                </a:solidFill>
                <a:latin typeface="Arial"/>
                <a:ea typeface="Arial"/>
                <a:cs typeface="Arial"/>
              </a:defRPr>
            </a:pPr>
            <a:r>
              <a:rPr sz="2100" b="0">
                <a:solidFill>
                  <a:srgbClr val="087D82"/>
                </a:solidFill>
                <a:latin typeface="Arial"/>
                <a:ea typeface="Arial"/>
                <a:cs typeface="Arial"/>
              </a:rPr>
              <a:t>Cabinet 2</a:t>
            </a:r>
          </a:p>
        </p:txBody>
      </p:sp>
      <p:sp>
        <p:nvSpPr>
          <p:cNvPr id="11" name="Rectangle 10">
            <a:extLst xmlns:a="http://schemas.openxmlformats.org/drawingml/2006/main">
              <a:ext uri="{FF2B5EF4-FFF2-40B4-BE49-F238E27FC236}">
                <a16:creationId xmlns:a16="http://schemas.microsoft.com/office/drawing/2014/main" id="{66CBE216-9088-4314-971A-C41EFE172AF9}"/>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Chain of custody = documented handling history · Fictional USB E01 example.</a:t>
            </a:r>
          </a:p>
        </p:txBody>
      </p:sp>
    </p:spTree>
    <p:extLst>
      <p:ext uri="{BB962C8B-B14F-4D97-AF65-F5344CB8AC3E}">
        <p14:creationId xmlns:p14="http://schemas.microsoft.com/office/powerpoint/2010/main" val="1782542197"/>
      </p:ext>
    </p:extLst>
  </p:cSld>
</p:sld>
</file>

<file path=ppt/slides/slide1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5602A50F-A8EF-40FD-9981-E4F45AE11AE4}"/>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5ECB98FC-17EF-4B68-93A7-CC03941E6047}"/>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20</a:t>
            </a:r>
          </a:p>
        </p:txBody>
      </p:sp>
      <p:sp>
        <p:nvSpPr>
          <p:cNvPr id="3" name="Rectangle 2">
            <a:extLst xmlns:a="http://schemas.openxmlformats.org/drawingml/2006/main">
              <a:ext uri="{FF2B5EF4-FFF2-40B4-BE49-F238E27FC236}">
                <a16:creationId xmlns:a16="http://schemas.microsoft.com/office/drawing/2014/main" id="{5068C81C-C5B2-44D5-B6B6-32D2A179D7D8}"/>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One handover is missing</a:t>
            </a:r>
          </a:p>
        </p:txBody>
      </p:sp>
      <p:sp>
        <p:nvSpPr>
          <p:cNvPr id="4" name="Rectangle 3">
            <a:extLst xmlns:a="http://schemas.openxmlformats.org/drawingml/2006/main">
              <a:ext uri="{FF2B5EF4-FFF2-40B4-BE49-F238E27FC236}">
                <a16:creationId xmlns:a16="http://schemas.microsoft.com/office/drawing/2014/main" id="{C09CDF09-1B7D-4B8E-89E1-3EACB96F5454}"/>
              </a:ext>
            </a:extLst>
          </p:cNvPr>
          <p:cNvSpPr>
            <a:spLocks xmlns:a="http://schemas.openxmlformats.org/drawingml/2006/main" noGrp="1"/>
          </p:cNvSpPr>
          <p:nvPr/>
        </p:nvSpPr>
        <p:spPr>
          <a:xfrm xmlns:a="http://schemas.openxmlformats.org/drawingml/2006/main">
            <a:off x="619125" y="2257425"/>
            <a:ext cx="3524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75" b="1">
                <a:solidFill>
                  <a:srgbClr val="087D82"/>
                </a:solidFill>
                <a:latin typeface="Arial"/>
                <a:ea typeface="Arial"/>
                <a:cs typeface="Arial"/>
              </a:defRPr>
            </a:pPr>
            <a:r>
              <a:rPr sz="3975" b="1">
                <a:solidFill>
                  <a:srgbClr val="087D82"/>
                </a:solidFill>
                <a:latin typeface="Arial"/>
                <a:ea typeface="Arial"/>
                <a:cs typeface="Arial"/>
              </a:rPr>
              <a:t>09:00</a:t>
            </a:r>
          </a:p>
        </p:txBody>
      </p:sp>
      <p:sp>
        <p:nvSpPr>
          <p:cNvPr id="5" name="Rectangle 4">
            <a:extLst xmlns:a="http://schemas.openxmlformats.org/drawingml/2006/main">
              <a:ext uri="{FF2B5EF4-FFF2-40B4-BE49-F238E27FC236}">
                <a16:creationId xmlns:a16="http://schemas.microsoft.com/office/drawing/2014/main" id="{11F708A1-3524-4064-BB12-BEB30DB5D836}"/>
              </a:ext>
            </a:extLst>
          </p:cNvPr>
          <p:cNvSpPr>
            <a:spLocks xmlns:a="http://schemas.openxmlformats.org/drawingml/2006/main" noGrp="1"/>
          </p:cNvSpPr>
          <p:nvPr/>
        </p:nvSpPr>
        <p:spPr>
          <a:xfrm xmlns:a="http://schemas.openxmlformats.org/drawingml/2006/main">
            <a:off x="619125" y="3981450"/>
            <a:ext cx="3524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102B3A"/>
                </a:solidFill>
                <a:latin typeface="Arial"/>
                <a:ea typeface="Arial"/>
                <a:cs typeface="Arial"/>
              </a:defRPr>
            </a:pPr>
            <a:r>
              <a:rPr sz="2700" b="1">
                <a:solidFill>
                  <a:srgbClr val="102B3A"/>
                </a:solidFill>
                <a:latin typeface="Arial"/>
                <a:ea typeface="Arial"/>
                <a:cs typeface="Arial"/>
              </a:rPr>
              <a:t>Sara receives E01</a:t>
            </a:r>
          </a:p>
        </p:txBody>
      </p:sp>
      <p:sp>
        <p:nvSpPr>
          <p:cNvPr id="6" name="Rectangle 5">
            <a:extLst xmlns:a="http://schemas.openxmlformats.org/drawingml/2006/main">
              <a:ext uri="{FF2B5EF4-FFF2-40B4-BE49-F238E27FC236}">
                <a16:creationId xmlns:a16="http://schemas.microsoft.com/office/drawing/2014/main" id="{2ACED3C9-F3BE-41AE-89E5-E1265F5CF2EC}"/>
              </a:ext>
            </a:extLst>
          </p:cNvPr>
          <p:cNvSpPr>
            <a:spLocks xmlns:a="http://schemas.openxmlformats.org/drawingml/2006/main" noGrp="1"/>
          </p:cNvSpPr>
          <p:nvPr/>
        </p:nvSpPr>
        <p:spPr>
          <a:xfrm xmlns:a="http://schemas.openxmlformats.org/drawingml/2006/main">
            <a:off x="3619500" y="2543175"/>
            <a:ext cx="847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75" b="0">
                <a:solidFill>
                  <a:srgbClr val="087D82"/>
                </a:solidFill>
                <a:latin typeface="Arial"/>
                <a:ea typeface="Arial"/>
                <a:cs typeface="Arial"/>
              </a:defRPr>
            </a:pPr>
            <a:r>
              <a:rPr sz="3075" b="0">
                <a:solidFill>
                  <a:srgbClr val="087D82"/>
                </a:solidFill>
                <a:latin typeface="Arial"/>
                <a:ea typeface="Arial"/>
                <a:cs typeface="Arial"/>
              </a:rPr>
              <a:t>→</a:t>
            </a:r>
          </a:p>
        </p:txBody>
      </p:sp>
      <p:sp>
        <p:nvSpPr>
          <p:cNvPr id="7" name="Rectangle 6">
            <a:extLst xmlns:a="http://schemas.openxmlformats.org/drawingml/2006/main">
              <a:ext uri="{FF2B5EF4-FFF2-40B4-BE49-F238E27FC236}">
                <a16:creationId xmlns:a16="http://schemas.microsoft.com/office/drawing/2014/main" id="{F11074FA-A4B9-421D-873A-BA1F7319D9DF}"/>
              </a:ext>
            </a:extLst>
          </p:cNvPr>
          <p:cNvSpPr>
            <a:spLocks xmlns:a="http://schemas.openxmlformats.org/drawingml/2006/main" noGrp="1"/>
          </p:cNvSpPr>
          <p:nvPr/>
        </p:nvSpPr>
        <p:spPr>
          <a:xfrm xmlns:a="http://schemas.openxmlformats.org/drawingml/2006/main">
            <a:off x="4552950" y="2257425"/>
            <a:ext cx="3524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750" b="1">
                <a:solidFill>
                  <a:srgbClr val="AF5B25"/>
                </a:solidFill>
                <a:latin typeface="Arial"/>
                <a:ea typeface="Arial"/>
                <a:cs typeface="Arial"/>
              </a:defRPr>
            </a:pPr>
            <a:r>
              <a:rPr sz="6750" b="1">
                <a:solidFill>
                  <a:srgbClr val="AF5B25"/>
                </a:solidFill>
                <a:latin typeface="Arial"/>
                <a:ea typeface="Arial"/>
                <a:cs typeface="Arial"/>
              </a:rPr>
              <a:t>?</a:t>
            </a:r>
          </a:p>
        </p:txBody>
      </p:sp>
      <p:sp>
        <p:nvSpPr>
          <p:cNvPr id="8" name="Rectangle 7">
            <a:extLst xmlns:a="http://schemas.openxmlformats.org/drawingml/2006/main">
              <a:ext uri="{FF2B5EF4-FFF2-40B4-BE49-F238E27FC236}">
                <a16:creationId xmlns:a16="http://schemas.microsoft.com/office/drawing/2014/main" id="{261F3254-CD45-4F33-82D0-D9237CA48D73}"/>
              </a:ext>
            </a:extLst>
          </p:cNvPr>
          <p:cNvSpPr>
            <a:spLocks xmlns:a="http://schemas.openxmlformats.org/drawingml/2006/main" noGrp="1"/>
          </p:cNvSpPr>
          <p:nvPr/>
        </p:nvSpPr>
        <p:spPr>
          <a:xfrm xmlns:a="http://schemas.openxmlformats.org/drawingml/2006/main">
            <a:off x="4552950" y="3981450"/>
            <a:ext cx="3524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102B3A"/>
                </a:solidFill>
                <a:latin typeface="Arial"/>
                <a:ea typeface="Arial"/>
                <a:cs typeface="Arial"/>
              </a:defRPr>
            </a:pPr>
            <a:r>
              <a:rPr sz="2700" b="1">
                <a:solidFill>
                  <a:srgbClr val="102B3A"/>
                </a:solidFill>
                <a:latin typeface="Arial"/>
                <a:ea typeface="Arial"/>
                <a:cs typeface="Arial"/>
              </a:rPr>
              <a:t>Handover missing</a:t>
            </a:r>
          </a:p>
        </p:txBody>
      </p:sp>
      <p:sp>
        <p:nvSpPr>
          <p:cNvPr id="9" name="Rectangle 8">
            <a:extLst xmlns:a="http://schemas.openxmlformats.org/drawingml/2006/main">
              <a:ext uri="{FF2B5EF4-FFF2-40B4-BE49-F238E27FC236}">
                <a16:creationId xmlns:a16="http://schemas.microsoft.com/office/drawing/2014/main" id="{B41A54D9-BA40-40E8-AB26-687159A62C5C}"/>
              </a:ext>
            </a:extLst>
          </p:cNvPr>
          <p:cNvSpPr>
            <a:spLocks xmlns:a="http://schemas.openxmlformats.org/drawingml/2006/main" noGrp="1"/>
          </p:cNvSpPr>
          <p:nvPr/>
        </p:nvSpPr>
        <p:spPr>
          <a:xfrm xmlns:a="http://schemas.openxmlformats.org/drawingml/2006/main">
            <a:off x="7553325" y="2543175"/>
            <a:ext cx="847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75" b="0">
                <a:solidFill>
                  <a:srgbClr val="087D82"/>
                </a:solidFill>
                <a:latin typeface="Arial"/>
                <a:ea typeface="Arial"/>
                <a:cs typeface="Arial"/>
              </a:defRPr>
            </a:pPr>
            <a:r>
              <a:rPr sz="3075" b="0">
                <a:solidFill>
                  <a:srgbClr val="087D82"/>
                </a:solidFill>
                <a:latin typeface="Arial"/>
                <a:ea typeface="Arial"/>
                <a:cs typeface="Arial"/>
              </a:rPr>
              <a:t>→</a:t>
            </a:r>
          </a:p>
        </p:txBody>
      </p:sp>
      <p:sp>
        <p:nvSpPr>
          <p:cNvPr id="10" name="Rectangle 9">
            <a:extLst xmlns:a="http://schemas.openxmlformats.org/drawingml/2006/main">
              <a:ext uri="{FF2B5EF4-FFF2-40B4-BE49-F238E27FC236}">
                <a16:creationId xmlns:a16="http://schemas.microsoft.com/office/drawing/2014/main" id="{46DDCC04-E6B4-4246-86A8-CD54F658A9A7}"/>
              </a:ext>
            </a:extLst>
          </p:cNvPr>
          <p:cNvSpPr>
            <a:spLocks xmlns:a="http://schemas.openxmlformats.org/drawingml/2006/main" noGrp="1"/>
          </p:cNvSpPr>
          <p:nvPr/>
        </p:nvSpPr>
        <p:spPr>
          <a:xfrm xmlns:a="http://schemas.openxmlformats.org/drawingml/2006/main">
            <a:off x="8486775" y="2257425"/>
            <a:ext cx="3524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75" b="1">
                <a:solidFill>
                  <a:srgbClr val="087D82"/>
                </a:solidFill>
                <a:latin typeface="Arial"/>
                <a:ea typeface="Arial"/>
                <a:cs typeface="Arial"/>
              </a:defRPr>
            </a:pPr>
            <a:r>
              <a:rPr sz="3975" b="1">
                <a:solidFill>
                  <a:srgbClr val="087D82"/>
                </a:solidFill>
                <a:latin typeface="Arial"/>
                <a:ea typeface="Arial"/>
                <a:cs typeface="Arial"/>
              </a:rPr>
              <a:t>09:20</a:t>
            </a:r>
          </a:p>
        </p:txBody>
      </p:sp>
      <p:sp>
        <p:nvSpPr>
          <p:cNvPr id="11" name="Rectangle 10">
            <a:extLst xmlns:a="http://schemas.openxmlformats.org/drawingml/2006/main">
              <a:ext uri="{FF2B5EF4-FFF2-40B4-BE49-F238E27FC236}">
                <a16:creationId xmlns:a16="http://schemas.microsoft.com/office/drawing/2014/main" id="{2536D8F3-5B06-49D9-A5BB-93A3BCC358A5}"/>
              </a:ext>
            </a:extLst>
          </p:cNvPr>
          <p:cNvSpPr>
            <a:spLocks xmlns:a="http://schemas.openxmlformats.org/drawingml/2006/main" noGrp="1"/>
          </p:cNvSpPr>
          <p:nvPr/>
        </p:nvSpPr>
        <p:spPr>
          <a:xfrm xmlns:a="http://schemas.openxmlformats.org/drawingml/2006/main">
            <a:off x="8486775" y="3981450"/>
            <a:ext cx="3524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102B3A"/>
                </a:solidFill>
                <a:latin typeface="Arial"/>
                <a:ea typeface="Arial"/>
                <a:cs typeface="Arial"/>
              </a:defRPr>
            </a:pPr>
            <a:r>
              <a:rPr sz="2700" b="1">
                <a:solidFill>
                  <a:srgbClr val="102B3A"/>
                </a:solidFill>
                <a:latin typeface="Arial"/>
                <a:ea typeface="Arial"/>
                <a:cs typeface="Arial"/>
              </a:rPr>
              <a:t>Ali stores E01</a:t>
            </a:r>
          </a:p>
        </p:txBody>
      </p:sp>
      <p:sp>
        <p:nvSpPr>
          <p:cNvPr id="12" name="Rectangle 11">
            <a:extLst xmlns:a="http://schemas.openxmlformats.org/drawingml/2006/main">
              <a:ext uri="{FF2B5EF4-FFF2-40B4-BE49-F238E27FC236}">
                <a16:creationId xmlns:a16="http://schemas.microsoft.com/office/drawing/2014/main" id="{F206EF04-FD5E-4098-85B3-3F0B09848FCB}"/>
              </a:ext>
            </a:extLst>
          </p:cNvPr>
          <p:cNvSpPr>
            <a:spLocks xmlns:a="http://schemas.openxmlformats.org/drawingml/2006/main" noGrp="1"/>
          </p:cNvSpPr>
          <p:nvPr/>
        </p:nvSpPr>
        <p:spPr>
          <a:xfrm xmlns:a="http://schemas.openxmlformats.org/drawingml/2006/main">
            <a:off x="619125" y="55530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0">
                <a:solidFill>
                  <a:srgbClr val="087D82"/>
                </a:solidFill>
                <a:latin typeface="Arial"/>
                <a:ea typeface="Arial"/>
                <a:cs typeface="Arial"/>
              </a:defRPr>
            </a:pPr>
            <a:r>
              <a:rPr sz="2775" b="0">
                <a:solidFill>
                  <a:srgbClr val="087D82"/>
                </a:solidFill>
                <a:latin typeface="Arial"/>
                <a:ea typeface="Arial"/>
                <a:cs typeface="Arial"/>
              </a:rPr>
              <a:t>What would you need to ask?</a:t>
            </a:r>
          </a:p>
        </p:txBody>
      </p:sp>
      <p:sp>
        <p:nvSpPr>
          <p:cNvPr id="13" name="Rectangle 12">
            <a:extLst xmlns:a="http://schemas.openxmlformats.org/drawingml/2006/main">
              <a:ext uri="{FF2B5EF4-FFF2-40B4-BE49-F238E27FC236}">
                <a16:creationId xmlns:a16="http://schemas.microsoft.com/office/drawing/2014/main" id="{D62EAD4D-2E43-4486-AB6A-14C1FB1BA875}"/>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Fictional record gap</a:t>
            </a:r>
          </a:p>
        </p:txBody>
      </p:sp>
    </p:spTree>
    <p:extLst>
      <p:ext uri="{BB962C8B-B14F-4D97-AF65-F5344CB8AC3E}">
        <p14:creationId xmlns:p14="http://schemas.microsoft.com/office/powerpoint/2010/main" val="1737115027"/>
      </p:ext>
    </p:extLst>
  </p:cSld>
</p:sld>
</file>

<file path=ppt/slides/slide20.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4154CAAB-5E73-469C-9F39-09FDD46B363F}"/>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3E0D0"/>
                </a:solidFill>
                <a:latin typeface="Arial"/>
                <a:ea typeface="Arial"/>
                <a:cs typeface="Arial"/>
              </a:defRPr>
            </a:pPr>
            <a:r>
              <a:rPr sz="1200" b="1">
                <a:solidFill>
                  <a:srgbClr val="83E0D0"/>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0BE8D1BA-61AB-4B1D-A1EB-E19072C564B7}"/>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21</a:t>
            </a:r>
          </a:p>
        </p:txBody>
      </p:sp>
      <p:sp>
        <p:nvSpPr>
          <p:cNvPr id="3" name="Rectangle 2">
            <a:extLst xmlns:a="http://schemas.openxmlformats.org/drawingml/2006/main">
              <a:ext uri="{FF2B5EF4-FFF2-40B4-BE49-F238E27FC236}">
                <a16:creationId xmlns:a16="http://schemas.microsoft.com/office/drawing/2014/main" id="{2C233F24-81D4-4071-94C8-4A0CE432BCA7}"/>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F7F3EA"/>
                </a:solidFill>
                <a:latin typeface="Arial"/>
                <a:ea typeface="Arial"/>
                <a:cs typeface="Arial"/>
              </a:defRPr>
            </a:pPr>
            <a:r>
              <a:rPr sz="3900" b="1">
                <a:solidFill>
                  <a:srgbClr val="F7F3EA"/>
                </a:solidFill>
                <a:latin typeface="Arial"/>
                <a:ea typeface="Arial"/>
                <a:cs typeface="Arial"/>
              </a:rPr>
              <a:t>A hash cannot fill the gap</a:t>
            </a:r>
          </a:p>
        </p:txBody>
      </p:sp>
      <p:sp>
        <p:nvSpPr>
          <p:cNvPr id="4" name="Rectangle 3">
            <a:extLst xmlns:a="http://schemas.openxmlformats.org/drawingml/2006/main">
              <a:ext uri="{FF2B5EF4-FFF2-40B4-BE49-F238E27FC236}">
                <a16:creationId xmlns:a16="http://schemas.microsoft.com/office/drawing/2014/main" id="{423E67B2-63AA-4EEC-B523-12AD8B575345}"/>
              </a:ext>
            </a:extLst>
          </p:cNvPr>
          <p:cNvSpPr>
            <a:spLocks xmlns:a="http://schemas.openxmlformats.org/drawingml/2006/main" noGrp="1"/>
          </p:cNvSpPr>
          <p:nvPr/>
        </p:nvSpPr>
        <p:spPr>
          <a:xfrm xmlns:a="http://schemas.openxmlformats.org/drawingml/2006/main">
            <a:off x="619125" y="2143125"/>
            <a:ext cx="5238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83E0D0"/>
                </a:solidFill>
                <a:latin typeface="Arial"/>
                <a:ea typeface="Arial"/>
                <a:cs typeface="Arial"/>
              </a:defRPr>
            </a:pPr>
            <a:r>
              <a:rPr sz="3225" b="1">
                <a:solidFill>
                  <a:srgbClr val="83E0D0"/>
                </a:solidFill>
                <a:latin typeface="Arial"/>
                <a:ea typeface="Arial"/>
                <a:cs typeface="Arial"/>
              </a:rPr>
              <a:t>Content matches?</a:t>
            </a:r>
          </a:p>
        </p:txBody>
      </p:sp>
      <p:sp>
        <p:nvSpPr>
          <p:cNvPr id="5" name="Rectangle 4">
            <a:extLst xmlns:a="http://schemas.openxmlformats.org/drawingml/2006/main">
              <a:ext uri="{FF2B5EF4-FFF2-40B4-BE49-F238E27FC236}">
                <a16:creationId xmlns:a16="http://schemas.microsoft.com/office/drawing/2014/main" id="{B6590462-B7F4-42E7-8E8F-AC0B74548679}"/>
              </a:ext>
            </a:extLst>
          </p:cNvPr>
          <p:cNvSpPr>
            <a:spLocks xmlns:a="http://schemas.openxmlformats.org/drawingml/2006/main" noGrp="1"/>
          </p:cNvSpPr>
          <p:nvPr/>
        </p:nvSpPr>
        <p:spPr>
          <a:xfrm xmlns:a="http://schemas.openxmlformats.org/drawingml/2006/main">
            <a:off x="619125" y="3286125"/>
            <a:ext cx="500062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F7F3EA"/>
                </a:solidFill>
                <a:latin typeface="Arial"/>
                <a:ea typeface="Arial"/>
                <a:cs typeface="Arial"/>
              </a:defRPr>
            </a:pPr>
            <a:r>
              <a:rPr sz="2850" b="0">
                <a:solidFill>
                  <a:srgbClr val="F7F3EA"/>
                </a:solidFill>
                <a:latin typeface="Arial"/>
                <a:ea typeface="Arial"/>
                <a:cs typeface="Arial"/>
              </a:rPr>
              <a:t>A hash can help</a:t>
            </a:r>
          </a:p>
          <a:p xmlns:a="http://schemas.openxmlformats.org/drawingml/2006/main">
            <a:pPr>
              <a:buNone/>
              <a:defRPr sz="2850" b="0">
                <a:solidFill>
                  <a:srgbClr val="F7F3EA"/>
                </a:solidFill>
                <a:latin typeface="Arial"/>
                <a:ea typeface="Arial"/>
                <a:cs typeface="Arial"/>
              </a:defRPr>
            </a:pPr>
            <a:r>
              <a:rPr sz="2850" b="0">
                <a:solidFill>
                  <a:srgbClr val="F7F3EA"/>
                </a:solidFill>
                <a:latin typeface="Arial"/>
                <a:ea typeface="Arial"/>
                <a:cs typeface="Arial"/>
              </a:rPr>
              <a:t>check this.</a:t>
            </a:r>
          </a:p>
        </p:txBody>
      </p:sp>
      <p:sp>
        <p:nvSpPr>
          <p:cNvPr id="6" name="Rectangle 5">
            <a:extLst xmlns:a="http://schemas.openxmlformats.org/drawingml/2006/main">
              <a:ext uri="{FF2B5EF4-FFF2-40B4-BE49-F238E27FC236}">
                <a16:creationId xmlns:a16="http://schemas.microsoft.com/office/drawing/2014/main" id="{96A3CC06-E0F8-465B-98AB-B2AC71013D13}"/>
              </a:ext>
            </a:extLst>
          </p:cNvPr>
          <p:cNvSpPr>
            <a:spLocks xmlns:a="http://schemas.openxmlformats.org/drawingml/2006/main" noGrp="1"/>
          </p:cNvSpPr>
          <p:nvPr/>
        </p:nvSpPr>
        <p:spPr>
          <a:xfrm xmlns:a="http://schemas.openxmlformats.org/drawingml/2006/main">
            <a:off x="6762750" y="2143125"/>
            <a:ext cx="5048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F8BD63"/>
                </a:solidFill>
                <a:latin typeface="Arial"/>
                <a:ea typeface="Arial"/>
                <a:cs typeface="Arial"/>
              </a:defRPr>
            </a:pPr>
            <a:r>
              <a:rPr sz="3225" b="1">
                <a:solidFill>
                  <a:srgbClr val="F8BD63"/>
                </a:solidFill>
                <a:latin typeface="Arial"/>
                <a:ea typeface="Arial"/>
                <a:cs typeface="Arial"/>
              </a:rPr>
              <a:t>Who handled it?</a:t>
            </a:r>
          </a:p>
        </p:txBody>
      </p:sp>
      <p:sp>
        <p:nvSpPr>
          <p:cNvPr id="7" name="Rectangle 6">
            <a:extLst xmlns:a="http://schemas.openxmlformats.org/drawingml/2006/main">
              <a:ext uri="{FF2B5EF4-FFF2-40B4-BE49-F238E27FC236}">
                <a16:creationId xmlns:a16="http://schemas.microsoft.com/office/drawing/2014/main" id="{6F4E2036-1F21-4041-9796-01A117C693EF}"/>
              </a:ext>
            </a:extLst>
          </p:cNvPr>
          <p:cNvSpPr>
            <a:spLocks xmlns:a="http://schemas.openxmlformats.org/drawingml/2006/main" noGrp="1"/>
          </p:cNvSpPr>
          <p:nvPr/>
        </p:nvSpPr>
        <p:spPr>
          <a:xfrm xmlns:a="http://schemas.openxmlformats.org/drawingml/2006/main">
            <a:off x="6762750" y="3286125"/>
            <a:ext cx="481012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F7F3EA"/>
                </a:solidFill>
                <a:latin typeface="Arial"/>
                <a:ea typeface="Arial"/>
                <a:cs typeface="Arial"/>
              </a:defRPr>
            </a:pPr>
            <a:r>
              <a:rPr sz="2850" b="0">
                <a:solidFill>
                  <a:srgbClr val="F7F3EA"/>
                </a:solidFill>
                <a:latin typeface="Arial"/>
                <a:ea typeface="Arial"/>
                <a:cs typeface="Arial"/>
              </a:rPr>
              <a:t>We still need the</a:t>
            </a:r>
          </a:p>
          <a:p xmlns:a="http://schemas.openxmlformats.org/drawingml/2006/main">
            <a:pPr>
              <a:buNone/>
              <a:defRPr sz="2850" b="0">
                <a:solidFill>
                  <a:srgbClr val="F7F3EA"/>
                </a:solidFill>
                <a:latin typeface="Arial"/>
                <a:ea typeface="Arial"/>
                <a:cs typeface="Arial"/>
              </a:defRPr>
            </a:pPr>
            <a:r>
              <a:rPr sz="2850" b="0">
                <a:solidFill>
                  <a:srgbClr val="F7F3EA"/>
                </a:solidFill>
                <a:latin typeface="Arial"/>
                <a:ea typeface="Arial"/>
                <a:cs typeface="Arial"/>
              </a:rPr>
              <a:t>handover record.</a:t>
            </a:r>
          </a:p>
        </p:txBody>
      </p:sp>
      <p:sp>
        <p:nvSpPr>
          <p:cNvPr id="8" name="Rectangle 7">
            <a:extLst xmlns:a="http://schemas.openxmlformats.org/drawingml/2006/main">
              <a:ext uri="{FF2B5EF4-FFF2-40B4-BE49-F238E27FC236}">
                <a16:creationId xmlns:a16="http://schemas.microsoft.com/office/drawing/2014/main" id="{2846BA57-C218-4570-B80F-EDAD27BDA4A2}"/>
              </a:ext>
            </a:extLst>
          </p:cNvPr>
          <p:cNvSpPr>
            <a:spLocks xmlns:a="http://schemas.openxmlformats.org/drawingml/2006/main" noGrp="1"/>
          </p:cNvSpPr>
          <p:nvPr/>
        </p:nvSpPr>
        <p:spPr>
          <a:xfrm xmlns:a="http://schemas.openxmlformats.org/drawingml/2006/main">
            <a:off x="619125" y="55626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F7F3EA"/>
                </a:solidFill>
                <a:latin typeface="Arial"/>
                <a:ea typeface="Arial"/>
                <a:cs typeface="Arial"/>
              </a:defRPr>
            </a:pPr>
            <a:r>
              <a:rPr sz="2100" b="0">
                <a:solidFill>
                  <a:srgbClr val="F7F3EA"/>
                </a:solidFill>
                <a:latin typeface="Arial"/>
                <a:ea typeface="Arial"/>
                <a:cs typeface="Arial"/>
              </a:rPr>
              <a:t>A missing record creates uncertainty, not proof of tampering.</a:t>
            </a:r>
          </a:p>
        </p:txBody>
      </p:sp>
    </p:spTree>
    <p:extLst>
      <p:ext uri="{BB962C8B-B14F-4D97-AF65-F5344CB8AC3E}">
        <p14:creationId xmlns:p14="http://schemas.microsoft.com/office/powerpoint/2010/main" val="1729734868"/>
      </p:ext>
    </p:extLst>
  </p:cSld>
</p:sld>
</file>

<file path=ppt/slides/slide2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3B8E42DF-B2FF-48AA-B5F5-8E54FCF5E91A}"/>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DA1FB90A-2728-4E23-93CB-5884A3609B9B}"/>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22</a:t>
            </a:r>
          </a:p>
        </p:txBody>
      </p:sp>
      <p:sp>
        <p:nvSpPr>
          <p:cNvPr id="3" name="Rectangle 2">
            <a:extLst xmlns:a="http://schemas.openxmlformats.org/drawingml/2006/main">
              <a:ext uri="{FF2B5EF4-FFF2-40B4-BE49-F238E27FC236}">
                <a16:creationId xmlns:a16="http://schemas.microsoft.com/office/drawing/2014/main" id="{50D5C6B1-DF7A-4F46-8294-93B866FD1B79}"/>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Autopsy: computer evidence</a:t>
            </a:r>
          </a:p>
        </p:txBody>
      </p:sp>
      <p:pic>
        <p:nvPicPr>
          <p:cNvPr id="17" name="Picture 14"/>
          <p:cNvPicPr>
            <a:picLocks xmlns:a="http://schemas.openxmlformats.org/drawingml/2006/main" noChangeAspect="1"/>
          </p:cNvPicPr>
          <p:nvPr/>
        </p:nvPicPr>
        <p:blipFill>
          <a:blip xmlns:r="http://schemas.openxmlformats.org/officeDocument/2006/relationships" xmlns:a="http://schemas.openxmlformats.org/drawingml/2006/main" r:embed="R211637b47d394ebc"/>
          <a:stretch xmlns:a="http://schemas.openxmlformats.org/drawingml/2006/main"/>
        </p:blipFill>
        <p:spPr>
          <a:xfrm xmlns:a="http://schemas.openxmlformats.org/drawingml/2006/main">
            <a:off x="1261855" y="1600200"/>
            <a:ext cx="6296440" cy="459105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970F4199-5FB4-4B09-B15F-33EDA341C0FC}"/>
              </a:ext>
            </a:extLst>
          </p:cNvPr>
          <p:cNvSpPr>
            <a:spLocks xmlns:a="http://schemas.openxmlformats.org/drawingml/2006/main" noGrp="1"/>
          </p:cNvSpPr>
          <p:nvPr/>
        </p:nvSpPr>
        <p:spPr>
          <a:xfrm xmlns:a="http://schemas.openxmlformats.org/drawingml/2006/main">
            <a:off x="8982075" y="2038350"/>
            <a:ext cx="838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7D82"/>
                </a:solidFill>
                <a:latin typeface="Arial"/>
                <a:ea typeface="Arial"/>
                <a:cs typeface="Arial"/>
              </a:defRPr>
            </a:pPr>
            <a:r>
              <a:rPr sz="2175" b="1">
                <a:solidFill>
                  <a:srgbClr val="087D82"/>
                </a:solidFill>
                <a:latin typeface="Arial"/>
                <a:ea typeface="Arial"/>
                <a:cs typeface="Arial"/>
              </a:rPr>
              <a:t>01</a:t>
            </a:r>
          </a:p>
        </p:txBody>
      </p:sp>
      <p:sp>
        <p:nvSpPr>
          <p:cNvPr id="6" name="Rectangle 5">
            <a:extLst xmlns:a="http://schemas.openxmlformats.org/drawingml/2006/main">
              <a:ext uri="{FF2B5EF4-FFF2-40B4-BE49-F238E27FC236}">
                <a16:creationId xmlns:a16="http://schemas.microsoft.com/office/drawing/2014/main" id="{A5009C02-776C-4692-AFDD-0CE6905FB89C}"/>
              </a:ext>
            </a:extLst>
          </p:cNvPr>
          <p:cNvSpPr>
            <a:spLocks xmlns:a="http://schemas.openxmlformats.org/drawingml/2006/main" noGrp="1"/>
          </p:cNvSpPr>
          <p:nvPr/>
        </p:nvSpPr>
        <p:spPr>
          <a:xfrm xmlns:a="http://schemas.openxmlformats.org/drawingml/2006/main">
            <a:off x="8982075" y="2571750"/>
            <a:ext cx="26003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02B3A"/>
                </a:solidFill>
                <a:latin typeface="Arial"/>
                <a:ea typeface="Arial"/>
                <a:cs typeface="Arial"/>
              </a:defRPr>
            </a:pPr>
            <a:r>
              <a:rPr sz="2100" b="1">
                <a:solidFill>
                  <a:srgbClr val="102B3A"/>
                </a:solidFill>
                <a:latin typeface="Arial"/>
                <a:ea typeface="Arial"/>
                <a:cs typeface="Arial"/>
              </a:rPr>
              <a:t>Evidence tree</a:t>
            </a:r>
          </a:p>
        </p:txBody>
      </p:sp>
      <p:sp>
        <p:nvSpPr>
          <p:cNvPr id="7" name="Rectangle 6">
            <a:extLst xmlns:a="http://schemas.openxmlformats.org/drawingml/2006/main">
              <a:ext uri="{FF2B5EF4-FFF2-40B4-BE49-F238E27FC236}">
                <a16:creationId xmlns:a16="http://schemas.microsoft.com/office/drawing/2014/main" id="{926E3920-2997-41C8-A724-6472BA0908A3}"/>
              </a:ext>
            </a:extLst>
          </p:cNvPr>
          <p:cNvSpPr>
            <a:spLocks xmlns:a="http://schemas.openxmlformats.org/drawingml/2006/main" noGrp="1"/>
          </p:cNvSpPr>
          <p:nvPr/>
        </p:nvSpPr>
        <p:spPr>
          <a:xfrm xmlns:a="http://schemas.openxmlformats.org/drawingml/2006/main">
            <a:off x="8982075" y="3419475"/>
            <a:ext cx="838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7D82"/>
                </a:solidFill>
                <a:latin typeface="Arial"/>
                <a:ea typeface="Arial"/>
                <a:cs typeface="Arial"/>
              </a:defRPr>
            </a:pPr>
            <a:r>
              <a:rPr sz="2175" b="1">
                <a:solidFill>
                  <a:srgbClr val="087D82"/>
                </a:solidFill>
                <a:latin typeface="Arial"/>
                <a:ea typeface="Arial"/>
                <a:cs typeface="Arial"/>
              </a:rPr>
              <a:t>02</a:t>
            </a:r>
          </a:p>
        </p:txBody>
      </p:sp>
      <p:sp>
        <p:nvSpPr>
          <p:cNvPr id="8" name="Rectangle 7">
            <a:extLst xmlns:a="http://schemas.openxmlformats.org/drawingml/2006/main">
              <a:ext uri="{FF2B5EF4-FFF2-40B4-BE49-F238E27FC236}">
                <a16:creationId xmlns:a16="http://schemas.microsoft.com/office/drawing/2014/main" id="{53E53948-0405-4C1A-80BD-06CBC9BD5583}"/>
              </a:ext>
            </a:extLst>
          </p:cNvPr>
          <p:cNvSpPr>
            <a:spLocks xmlns:a="http://schemas.openxmlformats.org/drawingml/2006/main" noGrp="1"/>
          </p:cNvSpPr>
          <p:nvPr/>
        </p:nvSpPr>
        <p:spPr>
          <a:xfrm xmlns:a="http://schemas.openxmlformats.org/drawingml/2006/main">
            <a:off x="8982075" y="3952875"/>
            <a:ext cx="26003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02B3A"/>
                </a:solidFill>
                <a:latin typeface="Arial"/>
                <a:ea typeface="Arial"/>
                <a:cs typeface="Arial"/>
              </a:defRPr>
            </a:pPr>
            <a:r>
              <a:rPr sz="2100" b="1">
                <a:solidFill>
                  <a:srgbClr val="102B3A"/>
                </a:solidFill>
                <a:latin typeface="Arial"/>
                <a:ea typeface="Arial"/>
                <a:cs typeface="Arial"/>
              </a:rPr>
              <a:t>Results</a:t>
            </a:r>
          </a:p>
        </p:txBody>
      </p:sp>
      <p:sp>
        <p:nvSpPr>
          <p:cNvPr id="9" name="Rectangle 8">
            <a:extLst xmlns:a="http://schemas.openxmlformats.org/drawingml/2006/main">
              <a:ext uri="{FF2B5EF4-FFF2-40B4-BE49-F238E27FC236}">
                <a16:creationId xmlns:a16="http://schemas.microsoft.com/office/drawing/2014/main" id="{370958E9-4C38-4396-AE89-26EEEC5EA257}"/>
              </a:ext>
            </a:extLst>
          </p:cNvPr>
          <p:cNvSpPr>
            <a:spLocks xmlns:a="http://schemas.openxmlformats.org/drawingml/2006/main" noGrp="1"/>
          </p:cNvSpPr>
          <p:nvPr/>
        </p:nvSpPr>
        <p:spPr>
          <a:xfrm xmlns:a="http://schemas.openxmlformats.org/drawingml/2006/main">
            <a:off x="8982075" y="4800600"/>
            <a:ext cx="838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7D82"/>
                </a:solidFill>
                <a:latin typeface="Arial"/>
                <a:ea typeface="Arial"/>
                <a:cs typeface="Arial"/>
              </a:defRPr>
            </a:pPr>
            <a:r>
              <a:rPr sz="2175" b="1">
                <a:solidFill>
                  <a:srgbClr val="087D82"/>
                </a:solidFill>
                <a:latin typeface="Arial"/>
                <a:ea typeface="Arial"/>
                <a:cs typeface="Arial"/>
              </a:rPr>
              <a:t>03</a:t>
            </a:r>
          </a:p>
        </p:txBody>
      </p:sp>
      <p:sp>
        <p:nvSpPr>
          <p:cNvPr id="10" name="Rectangle 9">
            <a:extLst xmlns:a="http://schemas.openxmlformats.org/drawingml/2006/main">
              <a:ext uri="{FF2B5EF4-FFF2-40B4-BE49-F238E27FC236}">
                <a16:creationId xmlns:a16="http://schemas.microsoft.com/office/drawing/2014/main" id="{5F69628C-45EE-45EF-98B7-874B654FDC3F}"/>
              </a:ext>
            </a:extLst>
          </p:cNvPr>
          <p:cNvSpPr>
            <a:spLocks xmlns:a="http://schemas.openxmlformats.org/drawingml/2006/main" noGrp="1"/>
          </p:cNvSpPr>
          <p:nvPr/>
        </p:nvSpPr>
        <p:spPr>
          <a:xfrm xmlns:a="http://schemas.openxmlformats.org/drawingml/2006/main">
            <a:off x="8982075" y="5334000"/>
            <a:ext cx="26003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02B3A"/>
                </a:solidFill>
                <a:latin typeface="Arial"/>
                <a:ea typeface="Arial"/>
                <a:cs typeface="Arial"/>
              </a:defRPr>
            </a:pPr>
            <a:r>
              <a:rPr sz="2100" b="1">
                <a:solidFill>
                  <a:srgbClr val="102B3A"/>
                </a:solidFill>
                <a:latin typeface="Arial"/>
                <a:ea typeface="Arial"/>
                <a:cs typeface="Arial"/>
              </a:rPr>
              <a:t>Selected details</a:t>
            </a:r>
          </a:p>
        </p:txBody>
      </p:sp>
      <p:sp>
        <p:nvSpPr>
          <p:cNvPr id="11" name="Rectangle 10">
            <a:extLst xmlns:a="http://schemas.openxmlformats.org/drawingml/2006/main">
              <a:ext uri="{FF2B5EF4-FFF2-40B4-BE49-F238E27FC236}">
                <a16:creationId xmlns:a16="http://schemas.microsoft.com/office/drawing/2014/main" id="{43D9A06D-C7B9-490B-A4F2-29124D9D01EE}"/>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Official documentation screenshot · Historical Autopsy 4.2.0 interface.</a:t>
            </a:r>
          </a:p>
        </p:txBody>
      </p:sp>
    </p:spTree>
    <p:extLst>
      <p:ext uri="{BB962C8B-B14F-4D97-AF65-F5344CB8AC3E}">
        <p14:creationId xmlns:p14="http://schemas.microsoft.com/office/powerpoint/2010/main" val="1067415677"/>
      </p:ext>
    </p:extLst>
  </p:cSld>
</p:sld>
</file>

<file path=ppt/slides/slide2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6E219103-357D-4CC4-AAEE-DFC6C150DE55}"/>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7B7429CC-9C46-4EC8-83B4-DB38E3D24112}"/>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23</a:t>
            </a:r>
          </a:p>
        </p:txBody>
      </p:sp>
      <p:sp>
        <p:nvSpPr>
          <p:cNvPr id="3" name="Rectangle 2">
            <a:extLst xmlns:a="http://schemas.openxmlformats.org/drawingml/2006/main">
              <a:ext uri="{FF2B5EF4-FFF2-40B4-BE49-F238E27FC236}">
                <a16:creationId xmlns:a16="http://schemas.microsoft.com/office/drawing/2014/main" id="{F6A0D07F-BD5D-434F-A472-4FDCCD6AEE52}"/>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Wireshark: network traffic</a:t>
            </a:r>
          </a:p>
        </p:txBody>
      </p:sp>
      <p:pic>
        <p:nvPicPr>
          <p:cNvPr id="17" name="Picture 14"/>
          <p:cNvPicPr>
            <a:picLocks xmlns:a="http://schemas.openxmlformats.org/drawingml/2006/main" noChangeAspect="1"/>
          </p:cNvPicPr>
          <p:nvPr/>
        </p:nvPicPr>
        <p:blipFill>
          <a:blip xmlns:r="http://schemas.openxmlformats.org/officeDocument/2006/relationships" xmlns:a="http://schemas.openxmlformats.org/drawingml/2006/main" r:embed="R8aa0b982340440ed"/>
          <a:stretch xmlns:a="http://schemas.openxmlformats.org/drawingml/2006/main"/>
        </p:blipFill>
        <p:spPr>
          <a:xfrm xmlns:a="http://schemas.openxmlformats.org/drawingml/2006/main">
            <a:off x="1320391" y="1600200"/>
            <a:ext cx="6179368" cy="4591050"/>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17F6E3D3-32F9-46E1-8CDD-333DADB4C7A8}"/>
              </a:ext>
            </a:extLst>
          </p:cNvPr>
          <p:cNvSpPr>
            <a:spLocks xmlns:a="http://schemas.openxmlformats.org/drawingml/2006/main" noGrp="1"/>
          </p:cNvSpPr>
          <p:nvPr/>
        </p:nvSpPr>
        <p:spPr>
          <a:xfrm xmlns:a="http://schemas.openxmlformats.org/drawingml/2006/main">
            <a:off x="8982075" y="2038350"/>
            <a:ext cx="838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7D82"/>
                </a:solidFill>
                <a:latin typeface="Arial"/>
                <a:ea typeface="Arial"/>
                <a:cs typeface="Arial"/>
              </a:defRPr>
            </a:pPr>
            <a:r>
              <a:rPr sz="2175" b="1">
                <a:solidFill>
                  <a:srgbClr val="087D82"/>
                </a:solidFill>
                <a:latin typeface="Arial"/>
                <a:ea typeface="Arial"/>
                <a:cs typeface="Arial"/>
              </a:rPr>
              <a:t>01</a:t>
            </a:r>
          </a:p>
        </p:txBody>
      </p:sp>
      <p:sp>
        <p:nvSpPr>
          <p:cNvPr id="6" name="Rectangle 5">
            <a:extLst xmlns:a="http://schemas.openxmlformats.org/drawingml/2006/main">
              <a:ext uri="{FF2B5EF4-FFF2-40B4-BE49-F238E27FC236}">
                <a16:creationId xmlns:a16="http://schemas.microsoft.com/office/drawing/2014/main" id="{D7FD56B2-D10C-4521-B2A7-E51D632DF29D}"/>
              </a:ext>
            </a:extLst>
          </p:cNvPr>
          <p:cNvSpPr>
            <a:spLocks xmlns:a="http://schemas.openxmlformats.org/drawingml/2006/main" noGrp="1"/>
          </p:cNvSpPr>
          <p:nvPr/>
        </p:nvSpPr>
        <p:spPr>
          <a:xfrm xmlns:a="http://schemas.openxmlformats.org/drawingml/2006/main">
            <a:off x="8982075" y="2571750"/>
            <a:ext cx="26003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02B3A"/>
                </a:solidFill>
                <a:latin typeface="Arial"/>
                <a:ea typeface="Arial"/>
                <a:cs typeface="Arial"/>
              </a:defRPr>
            </a:pPr>
            <a:r>
              <a:rPr sz="2100" b="1">
                <a:solidFill>
                  <a:srgbClr val="102B3A"/>
                </a:solidFill>
                <a:latin typeface="Arial"/>
                <a:ea typeface="Arial"/>
                <a:cs typeface="Arial"/>
              </a:rPr>
              <a:t>Packet list</a:t>
            </a:r>
          </a:p>
        </p:txBody>
      </p:sp>
      <p:sp>
        <p:nvSpPr>
          <p:cNvPr id="7" name="Rectangle 6">
            <a:extLst xmlns:a="http://schemas.openxmlformats.org/drawingml/2006/main">
              <a:ext uri="{FF2B5EF4-FFF2-40B4-BE49-F238E27FC236}">
                <a16:creationId xmlns:a16="http://schemas.microsoft.com/office/drawing/2014/main" id="{AED72BD7-D9EA-4039-9CD7-D72D54D4FD87}"/>
              </a:ext>
            </a:extLst>
          </p:cNvPr>
          <p:cNvSpPr>
            <a:spLocks xmlns:a="http://schemas.openxmlformats.org/drawingml/2006/main" noGrp="1"/>
          </p:cNvSpPr>
          <p:nvPr/>
        </p:nvSpPr>
        <p:spPr>
          <a:xfrm xmlns:a="http://schemas.openxmlformats.org/drawingml/2006/main">
            <a:off x="8982075" y="3419475"/>
            <a:ext cx="838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7D82"/>
                </a:solidFill>
                <a:latin typeface="Arial"/>
                <a:ea typeface="Arial"/>
                <a:cs typeface="Arial"/>
              </a:defRPr>
            </a:pPr>
            <a:r>
              <a:rPr sz="2175" b="1">
                <a:solidFill>
                  <a:srgbClr val="087D82"/>
                </a:solidFill>
                <a:latin typeface="Arial"/>
                <a:ea typeface="Arial"/>
                <a:cs typeface="Arial"/>
              </a:rPr>
              <a:t>02</a:t>
            </a:r>
          </a:p>
        </p:txBody>
      </p:sp>
      <p:sp>
        <p:nvSpPr>
          <p:cNvPr id="8" name="Rectangle 7">
            <a:extLst xmlns:a="http://schemas.openxmlformats.org/drawingml/2006/main">
              <a:ext uri="{FF2B5EF4-FFF2-40B4-BE49-F238E27FC236}">
                <a16:creationId xmlns:a16="http://schemas.microsoft.com/office/drawing/2014/main" id="{A557CCA3-311D-4E38-AAEC-DD1F9B9F56A4}"/>
              </a:ext>
            </a:extLst>
          </p:cNvPr>
          <p:cNvSpPr>
            <a:spLocks xmlns:a="http://schemas.openxmlformats.org/drawingml/2006/main" noGrp="1"/>
          </p:cNvSpPr>
          <p:nvPr/>
        </p:nvSpPr>
        <p:spPr>
          <a:xfrm xmlns:a="http://schemas.openxmlformats.org/drawingml/2006/main">
            <a:off x="8982075" y="3952875"/>
            <a:ext cx="26003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02B3A"/>
                </a:solidFill>
                <a:latin typeface="Arial"/>
                <a:ea typeface="Arial"/>
                <a:cs typeface="Arial"/>
              </a:defRPr>
            </a:pPr>
            <a:r>
              <a:rPr sz="2100" b="1">
                <a:solidFill>
                  <a:srgbClr val="102B3A"/>
                </a:solidFill>
                <a:latin typeface="Arial"/>
                <a:ea typeface="Arial"/>
                <a:cs typeface="Arial"/>
              </a:rPr>
              <a:t>Packet details</a:t>
            </a:r>
          </a:p>
        </p:txBody>
      </p:sp>
      <p:sp>
        <p:nvSpPr>
          <p:cNvPr id="9" name="Rectangle 8">
            <a:extLst xmlns:a="http://schemas.openxmlformats.org/drawingml/2006/main">
              <a:ext uri="{FF2B5EF4-FFF2-40B4-BE49-F238E27FC236}">
                <a16:creationId xmlns:a16="http://schemas.microsoft.com/office/drawing/2014/main" id="{559B858D-DF9D-4900-B650-DB0A661372AB}"/>
              </a:ext>
            </a:extLst>
          </p:cNvPr>
          <p:cNvSpPr>
            <a:spLocks xmlns:a="http://schemas.openxmlformats.org/drawingml/2006/main" noGrp="1"/>
          </p:cNvSpPr>
          <p:nvPr/>
        </p:nvSpPr>
        <p:spPr>
          <a:xfrm xmlns:a="http://schemas.openxmlformats.org/drawingml/2006/main">
            <a:off x="8982075" y="4800600"/>
            <a:ext cx="838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7D82"/>
                </a:solidFill>
                <a:latin typeface="Arial"/>
                <a:ea typeface="Arial"/>
                <a:cs typeface="Arial"/>
              </a:defRPr>
            </a:pPr>
            <a:r>
              <a:rPr sz="2175" b="1">
                <a:solidFill>
                  <a:srgbClr val="087D82"/>
                </a:solidFill>
                <a:latin typeface="Arial"/>
                <a:ea typeface="Arial"/>
                <a:cs typeface="Arial"/>
              </a:rPr>
              <a:t>03</a:t>
            </a:r>
          </a:p>
        </p:txBody>
      </p:sp>
      <p:sp>
        <p:nvSpPr>
          <p:cNvPr id="10" name="Rectangle 9">
            <a:extLst xmlns:a="http://schemas.openxmlformats.org/drawingml/2006/main">
              <a:ext uri="{FF2B5EF4-FFF2-40B4-BE49-F238E27FC236}">
                <a16:creationId xmlns:a16="http://schemas.microsoft.com/office/drawing/2014/main" id="{7F16968E-B799-47A0-9B95-07E3C68D2D3F}"/>
              </a:ext>
            </a:extLst>
          </p:cNvPr>
          <p:cNvSpPr>
            <a:spLocks xmlns:a="http://schemas.openxmlformats.org/drawingml/2006/main" noGrp="1"/>
          </p:cNvSpPr>
          <p:nvPr/>
        </p:nvSpPr>
        <p:spPr>
          <a:xfrm xmlns:a="http://schemas.openxmlformats.org/drawingml/2006/main">
            <a:off x="8982075" y="5334000"/>
            <a:ext cx="26003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02B3A"/>
                </a:solidFill>
                <a:latin typeface="Arial"/>
                <a:ea typeface="Arial"/>
                <a:cs typeface="Arial"/>
              </a:defRPr>
            </a:pPr>
            <a:r>
              <a:rPr sz="2100" b="1">
                <a:solidFill>
                  <a:srgbClr val="102B3A"/>
                </a:solidFill>
                <a:latin typeface="Arial"/>
                <a:ea typeface="Arial"/>
                <a:cs typeface="Arial"/>
              </a:rPr>
              <a:t>Raw bytes</a:t>
            </a:r>
          </a:p>
        </p:txBody>
      </p:sp>
      <p:sp>
        <p:nvSpPr>
          <p:cNvPr id="11" name="Rectangle 10">
            <a:extLst xmlns:a="http://schemas.openxmlformats.org/drawingml/2006/main">
              <a:ext uri="{FF2B5EF4-FFF2-40B4-BE49-F238E27FC236}">
                <a16:creationId xmlns:a16="http://schemas.microsoft.com/office/drawing/2014/main" id="{CABFA39C-0B3C-4E23-A389-77E9DD6754CE}"/>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Official documentation screenshot · Historical example</a:t>
            </a:r>
          </a:p>
        </p:txBody>
      </p:sp>
    </p:spTree>
    <p:extLst>
      <p:ext uri="{BB962C8B-B14F-4D97-AF65-F5344CB8AC3E}">
        <p14:creationId xmlns:p14="http://schemas.microsoft.com/office/powerpoint/2010/main" val="442080133"/>
      </p:ext>
    </p:extLst>
  </p:cSld>
</p:sld>
</file>

<file path=ppt/slides/slide2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1F434AB9-63C0-471F-8D24-AF330431142C}"/>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80C3D0D6-9C3C-42C8-AA71-AE24CE6C9FDD}"/>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24</a:t>
            </a:r>
          </a:p>
        </p:txBody>
      </p:sp>
      <p:sp>
        <p:nvSpPr>
          <p:cNvPr id="3" name="Rectangle 2">
            <a:extLst xmlns:a="http://schemas.openxmlformats.org/drawingml/2006/main">
              <a:ext uri="{FF2B5EF4-FFF2-40B4-BE49-F238E27FC236}">
                <a16:creationId xmlns:a16="http://schemas.microsoft.com/office/drawing/2014/main" id="{2DE6220B-7B06-4B2A-990A-400D8F3E3312}"/>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Volatility: a memory snapshot</a:t>
            </a:r>
          </a:p>
        </p:txBody>
      </p:sp>
      <p:sp>
        <p:nvSpPr>
          <p:cNvPr id="4" name="Rectangle 3">
            <a:extLst xmlns:a="http://schemas.openxmlformats.org/drawingml/2006/main">
              <a:ext uri="{FF2B5EF4-FFF2-40B4-BE49-F238E27FC236}">
                <a16:creationId xmlns:a16="http://schemas.microsoft.com/office/drawing/2014/main" id="{0F9437DB-5C2D-44F2-B754-FBCF32A070E5}"/>
              </a:ext>
            </a:extLst>
          </p:cNvPr>
          <p:cNvSpPr>
            <a:spLocks xmlns:a="http://schemas.openxmlformats.org/drawingml/2006/main" noGrp="1"/>
          </p:cNvSpPr>
          <p:nvPr/>
        </p:nvSpPr>
        <p:spPr>
          <a:xfrm xmlns:a="http://schemas.openxmlformats.org/drawingml/2006/main">
            <a:off x="619125" y="18859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0">
                <a:solidFill>
                  <a:srgbClr val="087D82"/>
                </a:solidFill>
                <a:latin typeface="Arial"/>
                <a:ea typeface="Arial"/>
                <a:cs typeface="Arial"/>
              </a:defRPr>
            </a:pPr>
            <a:r>
              <a:rPr sz="2625" b="0">
                <a:solidFill>
                  <a:srgbClr val="087D82"/>
                </a:solidFill>
                <a:latin typeface="Arial"/>
                <a:ea typeface="Arial"/>
                <a:cs typeface="Arial"/>
              </a:rPr>
              <a:t>Like a list of running programs</a:t>
            </a:r>
          </a:p>
        </p:txBody>
      </p:sp>
      <p:graphicFrame>
        <p:nvGraphicFramePr>
          <p:cNvPr id="14" name="Table 11"/>
          <p:cNvGraphicFramePr/>
          <p:nvPr/>
        </p:nvGraphicFramePr>
        <p:xfrm>
          <a:off xmlns:a="http://schemas.openxmlformats.org/drawingml/2006/main" x="619125" y="2857500"/>
          <a:ext xmlns:a="http://schemas.openxmlformats.org/drawingml/2006/main" cx="10906125" cy="2533652"/>
        </p:xfrm>
        <a:graphic xmlns:a="http://schemas.openxmlformats.org/drawingml/2006/main">
          <a:graphicData uri="http://schemas.openxmlformats.org/drawingml/2006/table">
            <a:tbl>
              <a:tblPr/>
              <a:tblGrid>
                <a:gridCol w="2571750"/>
                <a:gridCol w="2571750"/>
                <a:gridCol w="5762625"/>
              </a:tblGrid>
              <a:tr h="633413">
                <a:tc>
                  <a:txBody>
                    <a:bodyPr/>
                    <a:lstStyle/>
                    <a:p>
                      <a:pPr algn="l">
                        <a:buNone/>
                      </a:pPr>
                      <a:r>
                        <a:rPr sz="1500" b="1">
                          <a:solidFill>
                            <a:srgbClr val="087D82"/>
                          </a:solidFill>
                          <a:latin typeface="Arial"/>
                          <a:ea typeface="Arial"/>
                          <a:cs typeface="Arial"/>
                        </a:rPr>
                        <a:t>PROCESS ID</a:t>
                      </a:r>
                    </a:p>
                  </a:txBody>
                  <a:tcPr marL="91440" marR="91440" marT="45720" marB="45720" anchor="ctr">
                    <a:solidFill>
                      <a:srgbClr val="F7F3EA"/>
                    </a:solidFill>
                  </a:tcPr>
                </a:tc>
                <a:tc>
                  <a:txBody>
                    <a:bodyPr/>
                    <a:lstStyle/>
                    <a:p>
                      <a:r>
                        <a:rPr sz="1500" b="1">
                          <a:solidFill>
                            <a:srgbClr val="087D82"/>
                          </a:solidFill>
                          <a:latin typeface="Arial"/>
                          <a:ea typeface="Arial"/>
                          <a:cs typeface="Arial"/>
                        </a:rPr>
                        <a:t>PARENT ID</a:t>
                      </a:r>
                    </a:p>
                  </a:txBody>
                  <a:tcPr marL="91440" marR="91440" marT="45720" marB="45720" anchor="ctr">
                    <a:solidFill>
                      <a:srgbClr val="F7F3EA"/>
                    </a:solidFill>
                  </a:tcPr>
                </a:tc>
                <a:tc>
                  <a:txBody>
                    <a:bodyPr/>
                    <a:lstStyle/>
                    <a:p>
                      <a:r>
                        <a:rPr sz="1500" b="1">
                          <a:solidFill>
                            <a:srgbClr val="087D82"/>
                          </a:solidFill>
                          <a:latin typeface="Arial"/>
                          <a:ea typeface="Arial"/>
                          <a:cs typeface="Arial"/>
                        </a:rPr>
                        <a:t>PROGRAM NAME</a:t>
                      </a:r>
                    </a:p>
                  </a:txBody>
                  <a:tcPr marL="91440" marR="91440" marT="45720" marB="45720" anchor="ctr">
                    <a:solidFill>
                      <a:srgbClr val="F7F3EA"/>
                    </a:solidFill>
                  </a:tcPr>
                </a:tc>
              </a:tr>
              <a:tr h="633413">
                <a:tc>
                  <a:txBody>
                    <a:bodyPr/>
                    <a:lstStyle/>
                    <a:p>
                      <a:r>
                        <a:rPr sz="2325" b="0">
                          <a:solidFill>
                            <a:srgbClr val="102B3A"/>
                          </a:solidFill>
                          <a:latin typeface="Arial"/>
                          <a:ea typeface="Arial"/>
                          <a:cs typeface="Arial"/>
                        </a:rPr>
                        <a:t>4</a:t>
                      </a:r>
                    </a:p>
                  </a:txBody>
                  <a:tcPr marL="91440" marR="91440" marT="45720" marB="45720" anchor="ctr">
                    <a:solidFill>
                      <a:srgbClr val="F7F3EA"/>
                    </a:solidFill>
                  </a:tcPr>
                </a:tc>
                <a:tc>
                  <a:txBody>
                    <a:bodyPr/>
                    <a:lstStyle/>
                    <a:p>
                      <a:r>
                        <a:rPr sz="2325" b="0">
                          <a:solidFill>
                            <a:srgbClr val="102B3A"/>
                          </a:solidFill>
                          <a:latin typeface="Arial"/>
                          <a:ea typeface="Arial"/>
                          <a:cs typeface="Arial"/>
                        </a:rPr>
                        <a:t>0</a:t>
                      </a:r>
                    </a:p>
                  </a:txBody>
                  <a:tcPr marL="91440" marR="91440" marT="45720" marB="45720" anchor="ctr">
                    <a:solidFill>
                      <a:srgbClr val="F7F3EA"/>
                    </a:solidFill>
                  </a:tcPr>
                </a:tc>
                <a:tc>
                  <a:txBody>
                    <a:bodyPr/>
                    <a:lstStyle/>
                    <a:p>
                      <a:r>
                        <a:rPr sz="2325" b="0">
                          <a:solidFill>
                            <a:srgbClr val="102B3A"/>
                          </a:solidFill>
                          <a:latin typeface="Arial"/>
                          <a:ea typeface="Arial"/>
                          <a:cs typeface="Arial"/>
                        </a:rPr>
                        <a:t>System</a:t>
                      </a:r>
                    </a:p>
                  </a:txBody>
                  <a:tcPr marL="91440" marR="91440" marT="45720" marB="45720" anchor="ctr">
                    <a:solidFill>
                      <a:srgbClr val="F7F3EA"/>
                    </a:solidFill>
                  </a:tcPr>
                </a:tc>
              </a:tr>
              <a:tr h="633413">
                <a:tc>
                  <a:txBody>
                    <a:bodyPr/>
                    <a:lstStyle/>
                    <a:p>
                      <a:r>
                        <a:rPr sz="2325" b="0">
                          <a:solidFill>
                            <a:srgbClr val="102B3A"/>
                          </a:solidFill>
                          <a:latin typeface="Arial"/>
                          <a:ea typeface="Arial"/>
                          <a:cs typeface="Arial"/>
                        </a:rPr>
                        <a:t>276</a:t>
                      </a:r>
                    </a:p>
                  </a:txBody>
                  <a:tcPr marL="91440" marR="91440" marT="45720" marB="45720" anchor="ctr">
                    <a:solidFill>
                      <a:srgbClr val="F7F3EA"/>
                    </a:solidFill>
                  </a:tcPr>
                </a:tc>
                <a:tc>
                  <a:txBody>
                    <a:bodyPr/>
                    <a:lstStyle/>
                    <a:p>
                      <a:r>
                        <a:rPr sz="2325" b="0">
                          <a:solidFill>
                            <a:srgbClr val="102B3A"/>
                          </a:solidFill>
                          <a:latin typeface="Arial"/>
                          <a:ea typeface="Arial"/>
                          <a:cs typeface="Arial"/>
                        </a:rPr>
                        <a:t>4</a:t>
                      </a:r>
                    </a:p>
                  </a:txBody>
                  <a:tcPr marL="91440" marR="91440" marT="45720" marB="45720" anchor="ctr">
                    <a:solidFill>
                      <a:srgbClr val="F7F3EA"/>
                    </a:solidFill>
                  </a:tcPr>
                </a:tc>
                <a:tc>
                  <a:txBody>
                    <a:bodyPr/>
                    <a:lstStyle/>
                    <a:p>
                      <a:r>
                        <a:rPr sz="2325" b="0">
                          <a:solidFill>
                            <a:srgbClr val="102B3A"/>
                          </a:solidFill>
                          <a:latin typeface="Arial"/>
                          <a:ea typeface="Arial"/>
                          <a:cs typeface="Arial"/>
                        </a:rPr>
                        <a:t>smss.exe</a:t>
                      </a:r>
                    </a:p>
                  </a:txBody>
                  <a:tcPr marL="91440" marR="91440" marT="45720" marB="45720" anchor="ctr">
                    <a:solidFill>
                      <a:srgbClr val="F7F3EA"/>
                    </a:solidFill>
                  </a:tcPr>
                </a:tc>
              </a:tr>
              <a:tr h="633413">
                <a:tc>
                  <a:txBody>
                    <a:bodyPr/>
                    <a:lstStyle/>
                    <a:p>
                      <a:r>
                        <a:rPr sz="2325" b="0">
                          <a:solidFill>
                            <a:srgbClr val="102B3A"/>
                          </a:solidFill>
                          <a:latin typeface="Arial"/>
                          <a:ea typeface="Arial"/>
                          <a:cs typeface="Arial"/>
                        </a:rPr>
                        <a:t>352</a:t>
                      </a:r>
                    </a:p>
                  </a:txBody>
                  <a:tcPr marL="91440" marR="91440" marT="45720" marB="45720" anchor="ctr">
                    <a:solidFill>
                      <a:srgbClr val="F7F3EA"/>
                    </a:solidFill>
                  </a:tcPr>
                </a:tc>
                <a:tc>
                  <a:txBody>
                    <a:bodyPr/>
                    <a:lstStyle/>
                    <a:p>
                      <a:r>
                        <a:rPr sz="2325" b="0">
                          <a:solidFill>
                            <a:srgbClr val="102B3A"/>
                          </a:solidFill>
                          <a:latin typeface="Arial"/>
                          <a:ea typeface="Arial"/>
                          <a:cs typeface="Arial"/>
                        </a:rPr>
                        <a:t>336</a:t>
                      </a:r>
                    </a:p>
                  </a:txBody>
                  <a:tcPr marL="91440" marR="91440" marT="45720" marB="45720" anchor="ctr">
                    <a:solidFill>
                      <a:srgbClr val="F7F3EA"/>
                    </a:solidFill>
                  </a:tcPr>
                </a:tc>
                <a:tc>
                  <a:txBody>
                    <a:bodyPr/>
                    <a:lstStyle/>
                    <a:p>
                      <a:r>
                        <a:rPr sz="2325" b="0">
                          <a:solidFill>
                            <a:srgbClr val="102B3A"/>
                          </a:solidFill>
                          <a:latin typeface="Arial"/>
                          <a:ea typeface="Arial"/>
                          <a:cs typeface="Arial"/>
                        </a:rPr>
                        <a:t>csrss.exe</a:t>
                      </a:r>
                    </a:p>
                  </a:txBody>
                  <a:tcPr marL="91440" marR="91440" marT="45720" marB="45720" anchor="ctr">
                    <a:solidFill>
                      <a:srgbClr val="F7F3EA"/>
                    </a:solidFill>
                  </a:tcPr>
                </a:tc>
              </a:tr>
            </a:tbl>
          </a:graphicData>
        </a:graphic>
      </p:graphicFrame>
      <p:sp>
        <p:nvSpPr>
          <p:cNvPr id="6" name="Rectangle 5">
            <a:extLst xmlns:a="http://schemas.openxmlformats.org/drawingml/2006/main">
              <a:ext uri="{FF2B5EF4-FFF2-40B4-BE49-F238E27FC236}">
                <a16:creationId xmlns:a16="http://schemas.microsoft.com/office/drawing/2014/main" id="{862196A6-CD78-4CA7-8F10-5E730804444A}"/>
              </a:ext>
            </a:extLst>
          </p:cNvPr>
          <p:cNvSpPr>
            <a:spLocks xmlns:a="http://schemas.openxmlformats.org/drawingml/2006/main" noGrp="1"/>
          </p:cNvSpPr>
          <p:nvPr/>
        </p:nvSpPr>
        <p:spPr>
          <a:xfrm xmlns:a="http://schemas.openxmlformats.org/drawingml/2006/main">
            <a:off x="619125" y="57054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02B3A"/>
                </a:solidFill>
                <a:latin typeface="Arial"/>
                <a:ea typeface="Arial"/>
                <a:cs typeface="Arial"/>
              </a:defRPr>
            </a:pPr>
            <a:r>
              <a:rPr sz="2250" b="0">
                <a:solidFill>
                  <a:srgbClr val="102B3A"/>
                </a:solidFill>
                <a:latin typeface="Arial"/>
                <a:ea typeface="Arial"/>
                <a:cs typeface="Arial"/>
              </a:rPr>
              <a:t>A process is a running program instance.</a:t>
            </a:r>
          </a:p>
        </p:txBody>
      </p:sp>
      <p:sp>
        <p:nvSpPr>
          <p:cNvPr id="7" name="Rectangle 6">
            <a:extLst xmlns:a="http://schemas.openxmlformats.org/drawingml/2006/main">
              <a:ext uri="{FF2B5EF4-FFF2-40B4-BE49-F238E27FC236}">
                <a16:creationId xmlns:a16="http://schemas.microsoft.com/office/drawing/2014/main" id="{2B8E93E2-D321-42FA-A742-3001CC21FF30}"/>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Official tutorial excerpt · PID / PPID renamed in headings for clarity · A memory snapshot is required.</a:t>
            </a:r>
          </a:p>
        </p:txBody>
      </p:sp>
    </p:spTree>
    <p:extLst>
      <p:ext uri="{BB962C8B-B14F-4D97-AF65-F5344CB8AC3E}">
        <p14:creationId xmlns:p14="http://schemas.microsoft.com/office/powerpoint/2010/main" val="1565792240"/>
      </p:ext>
    </p:extLst>
  </p:cSld>
</p:sld>
</file>

<file path=ppt/slides/slide24.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D8940CC0-DA3C-4CD5-BB95-2326737FD4E9}"/>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3E0D0"/>
                </a:solidFill>
                <a:latin typeface="Arial"/>
                <a:ea typeface="Arial"/>
                <a:cs typeface="Arial"/>
              </a:defRPr>
            </a:pPr>
            <a:r>
              <a:rPr sz="1200" b="1">
                <a:solidFill>
                  <a:srgbClr val="83E0D0"/>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90DDF248-F37F-4A8F-82FB-66E9D196990C}"/>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25</a:t>
            </a:r>
          </a:p>
        </p:txBody>
      </p:sp>
      <p:sp>
        <p:nvSpPr>
          <p:cNvPr id="3" name="Rectangle 2">
            <a:extLst xmlns:a="http://schemas.openxmlformats.org/drawingml/2006/main">
              <a:ext uri="{FF2B5EF4-FFF2-40B4-BE49-F238E27FC236}">
                <a16:creationId xmlns:a16="http://schemas.microsoft.com/office/drawing/2014/main" id="{9F7E7B31-457F-458A-9D7E-D6312B7168AD}"/>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F7F3EA"/>
                </a:solidFill>
                <a:latin typeface="Arial"/>
                <a:ea typeface="Arial"/>
                <a:cs typeface="Arial"/>
              </a:defRPr>
            </a:pPr>
            <a:r>
              <a:rPr sz="3900" b="1">
                <a:solidFill>
                  <a:srgbClr val="F7F3EA"/>
                </a:solidFill>
                <a:latin typeface="Arial"/>
                <a:ea typeface="Arial"/>
                <a:cs typeface="Arial"/>
              </a:rPr>
              <a:t>Which tool fits the evidence?</a:t>
            </a:r>
          </a:p>
        </p:txBody>
      </p:sp>
      <p:graphicFrame>
        <p:nvGraphicFramePr>
          <p:cNvPr id="11" name="Table 8"/>
          <p:cNvGraphicFramePr/>
          <p:nvPr/>
        </p:nvGraphicFramePr>
        <p:xfrm>
          <a:off xmlns:a="http://schemas.openxmlformats.org/drawingml/2006/main" x="619125" y="2190750"/>
          <a:ext xmlns:a="http://schemas.openxmlformats.org/drawingml/2006/main" cx="10906125" cy="3238500"/>
        </p:xfrm>
        <a:graphic xmlns:a="http://schemas.openxmlformats.org/drawingml/2006/main">
          <a:graphicData uri="http://schemas.openxmlformats.org/drawingml/2006/table">
            <a:tbl>
              <a:tblPr/>
              <a:tblGrid>
                <a:gridCol w="6334125"/>
                <a:gridCol w="4572000"/>
              </a:tblGrid>
              <a:tr h="809625">
                <a:tc>
                  <a:txBody>
                    <a:bodyPr/>
                    <a:lstStyle/>
                    <a:p>
                      <a:r>
                        <a:rPr sz="1500" b="1">
                          <a:solidFill>
                            <a:srgbClr val="83E0D0"/>
                          </a:solidFill>
                          <a:latin typeface="Arial"/>
                          <a:ea typeface="Arial"/>
                          <a:cs typeface="Arial"/>
                        </a:rPr>
                        <a:t>EVIDENCE SOURCE</a:t>
                      </a:r>
                    </a:p>
                  </a:txBody>
                  <a:tcPr marL="91440" marR="91440" marT="45720" marB="45720">
                    <a:solidFill>
                      <a:srgbClr val="102B3A"/>
                    </a:solidFill>
                  </a:tcPr>
                </a:tc>
                <a:tc>
                  <a:txBody>
                    <a:bodyPr/>
                    <a:lstStyle/>
                    <a:p>
                      <a:r>
                        <a:rPr sz="1500" b="1">
                          <a:solidFill>
                            <a:srgbClr val="83E0D0"/>
                          </a:solidFill>
                          <a:latin typeface="Arial"/>
                          <a:ea typeface="Arial"/>
                          <a:cs typeface="Arial"/>
                        </a:rPr>
                        <a:t>MATCH TO A TOOL</a:t>
                      </a:r>
                    </a:p>
                  </a:txBody>
                  <a:tcPr marL="91440" marR="91440" marT="45720" marB="45720">
                    <a:solidFill>
                      <a:srgbClr val="102B3A"/>
                    </a:solidFill>
                  </a:tcPr>
                </a:tc>
              </a:tr>
              <a:tr h="809625">
                <a:tc>
                  <a:txBody>
                    <a:bodyPr/>
                    <a:lstStyle/>
                    <a:p>
                      <a:r>
                        <a:rPr sz="2175" b="0">
                          <a:solidFill>
                            <a:srgbClr val="F7F3EA"/>
                          </a:solidFill>
                          <a:latin typeface="Arial"/>
                          <a:ea typeface="Arial"/>
                          <a:cs typeface="Arial"/>
                        </a:rPr>
                        <a:t>Computer image / files</a:t>
                      </a:r>
                    </a:p>
                  </a:txBody>
                  <a:tcPr marL="91440" marR="91440" marT="45720" marB="45720">
                    <a:solidFill>
                      <a:srgbClr val="102B3A"/>
                    </a:solidFill>
                  </a:tcPr>
                </a:tc>
                <a:tc>
                  <a:txBody>
                    <a:bodyPr/>
                    <a:lstStyle/>
                    <a:p>
                      <a:r>
                        <a:rPr sz="2175" b="0">
                          <a:solidFill>
                            <a:srgbClr val="F7F3EA"/>
                          </a:solidFill>
                          <a:latin typeface="Arial"/>
                          <a:ea typeface="Arial"/>
                          <a:cs typeface="Arial"/>
                        </a:rPr>
                        <a:t>A · Wireshark</a:t>
                      </a:r>
                    </a:p>
                  </a:txBody>
                  <a:tcPr marL="91440" marR="91440" marT="45720" marB="45720">
                    <a:solidFill>
                      <a:srgbClr val="102B3A"/>
                    </a:solidFill>
                  </a:tcPr>
                </a:tc>
              </a:tr>
              <a:tr h="809625">
                <a:tc>
                  <a:txBody>
                    <a:bodyPr/>
                    <a:lstStyle/>
                    <a:p>
                      <a:r>
                        <a:rPr sz="2175" b="0">
                          <a:solidFill>
                            <a:srgbClr val="F7F3EA"/>
                          </a:solidFill>
                          <a:latin typeface="Arial"/>
                          <a:ea typeface="Arial"/>
                          <a:cs typeface="Arial"/>
                        </a:rPr>
                        <a:t>Saved network capture</a:t>
                      </a:r>
                    </a:p>
                  </a:txBody>
                  <a:tcPr marL="91440" marR="91440" marT="45720" marB="45720">
                    <a:solidFill>
                      <a:srgbClr val="102B3A"/>
                    </a:solidFill>
                  </a:tcPr>
                </a:tc>
                <a:tc>
                  <a:txBody>
                    <a:bodyPr/>
                    <a:lstStyle/>
                    <a:p>
                      <a:r>
                        <a:rPr sz="2175" b="0">
                          <a:solidFill>
                            <a:srgbClr val="F7F3EA"/>
                          </a:solidFill>
                          <a:latin typeface="Arial"/>
                          <a:ea typeface="Arial"/>
                          <a:cs typeface="Arial"/>
                        </a:rPr>
                        <a:t>B · Volatility</a:t>
                      </a:r>
                    </a:p>
                  </a:txBody>
                  <a:tcPr marL="91440" marR="91440" marT="45720" marB="45720">
                    <a:solidFill>
                      <a:srgbClr val="102B3A"/>
                    </a:solidFill>
                  </a:tcPr>
                </a:tc>
              </a:tr>
              <a:tr h="809625">
                <a:tc>
                  <a:txBody>
                    <a:bodyPr/>
                    <a:lstStyle/>
                    <a:p>
                      <a:r>
                        <a:rPr sz="2175" b="0">
                          <a:solidFill>
                            <a:srgbClr val="F7F3EA"/>
                          </a:solidFill>
                          <a:latin typeface="Arial"/>
                          <a:ea typeface="Arial"/>
                          <a:cs typeface="Arial"/>
                        </a:rPr>
                        <a:t>Supported memory image</a:t>
                      </a:r>
                    </a:p>
                  </a:txBody>
                  <a:tcPr marL="91440" marR="91440" marT="45720" marB="45720">
                    <a:solidFill>
                      <a:srgbClr val="102B3A"/>
                    </a:solidFill>
                  </a:tcPr>
                </a:tc>
                <a:tc>
                  <a:txBody>
                    <a:bodyPr/>
                    <a:lstStyle/>
                    <a:p>
                      <a:r>
                        <a:rPr sz="2175" b="0">
                          <a:solidFill>
                            <a:srgbClr val="F7F3EA"/>
                          </a:solidFill>
                          <a:latin typeface="Arial"/>
                          <a:ea typeface="Arial"/>
                          <a:cs typeface="Arial"/>
                        </a:rPr>
                        <a:t>C · Autopsy</a:t>
                      </a:r>
                    </a:p>
                  </a:txBody>
                  <a:tcPr marL="91440" marR="91440" marT="45720" marB="45720">
                    <a:solidFill>
                      <a:srgbClr val="102B3A"/>
                    </a:solidFill>
                  </a:tcPr>
                </a:tc>
              </a:tr>
            </a:tbl>
          </a:graphicData>
        </a:graphic>
      </p:graphicFrame>
      <p:sp>
        <p:nvSpPr>
          <p:cNvPr id="5" name="Rectangle 4">
            <a:extLst xmlns:a="http://schemas.openxmlformats.org/drawingml/2006/main">
              <a:ext uri="{FF2B5EF4-FFF2-40B4-BE49-F238E27FC236}">
                <a16:creationId xmlns:a16="http://schemas.microsoft.com/office/drawing/2014/main" id="{A44E44CA-9D00-4830-9AC6-87698FF35157}"/>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PAIR DISCUSSION · Match the rows. Tools assist interpretation.</a:t>
            </a:r>
          </a:p>
        </p:txBody>
      </p:sp>
    </p:spTree>
    <p:extLst>
      <p:ext uri="{BB962C8B-B14F-4D97-AF65-F5344CB8AC3E}">
        <p14:creationId xmlns:p14="http://schemas.microsoft.com/office/powerpoint/2010/main" val="791172559"/>
      </p:ext>
    </p:extLst>
  </p:cSld>
</p:sld>
</file>

<file path=ppt/slides/slide25.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05FB7841-EB43-4B1D-9C66-11E0FB4407B2}"/>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3E0D0"/>
                </a:solidFill>
                <a:latin typeface="Arial"/>
                <a:ea typeface="Arial"/>
                <a:cs typeface="Arial"/>
              </a:defRPr>
            </a:pPr>
            <a:r>
              <a:rPr sz="1200" b="1">
                <a:solidFill>
                  <a:srgbClr val="83E0D0"/>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B9D9B704-AC5C-456E-BB13-5790E5330834}"/>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26</a:t>
            </a:r>
          </a:p>
        </p:txBody>
      </p:sp>
      <p:sp>
        <p:nvSpPr>
          <p:cNvPr id="3" name="Rectangle 2">
            <a:extLst xmlns:a="http://schemas.openxmlformats.org/drawingml/2006/main">
              <a:ext uri="{FF2B5EF4-FFF2-40B4-BE49-F238E27FC236}">
                <a16:creationId xmlns:a16="http://schemas.microsoft.com/office/drawing/2014/main" id="{EE971150-F1B2-4C9A-97BA-2F10832396A3}"/>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F7F3EA"/>
                </a:solidFill>
                <a:latin typeface="Arial"/>
                <a:ea typeface="Arial"/>
                <a:cs typeface="Arial"/>
              </a:defRPr>
            </a:pPr>
            <a:r>
              <a:rPr sz="3900" b="1">
                <a:solidFill>
                  <a:srgbClr val="F7F3EA"/>
                </a:solidFill>
                <a:latin typeface="Arial"/>
                <a:ea typeface="Arial"/>
                <a:cs typeface="Arial"/>
              </a:rPr>
              <a:t>The tool follows the question</a:t>
            </a:r>
          </a:p>
        </p:txBody>
      </p:sp>
      <p:sp>
        <p:nvSpPr>
          <p:cNvPr id="4" name="Rectangle 3">
            <a:extLst xmlns:a="http://schemas.openxmlformats.org/drawingml/2006/main">
              <a:ext uri="{FF2B5EF4-FFF2-40B4-BE49-F238E27FC236}">
                <a16:creationId xmlns:a16="http://schemas.microsoft.com/office/drawing/2014/main" id="{6DB709A3-0BF3-488B-9256-46CFC3583773}"/>
              </a:ext>
            </a:extLst>
          </p:cNvPr>
          <p:cNvSpPr>
            <a:spLocks xmlns:a="http://schemas.openxmlformats.org/drawingml/2006/main" noGrp="1"/>
          </p:cNvSpPr>
          <p:nvPr/>
        </p:nvSpPr>
        <p:spPr>
          <a:xfrm xmlns:a="http://schemas.openxmlformats.org/drawingml/2006/main">
            <a:off x="619125" y="2181225"/>
            <a:ext cx="600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F7F3EA"/>
                </a:solidFill>
                <a:latin typeface="Arial"/>
                <a:ea typeface="Arial"/>
                <a:cs typeface="Arial"/>
              </a:defRPr>
            </a:pPr>
            <a:r>
              <a:rPr sz="2850" b="0">
                <a:solidFill>
                  <a:srgbClr val="F7F3EA"/>
                </a:solidFill>
                <a:latin typeface="Arial"/>
                <a:ea typeface="Arial"/>
                <a:cs typeface="Arial"/>
              </a:rPr>
              <a:t>Computer data</a:t>
            </a:r>
          </a:p>
        </p:txBody>
      </p:sp>
      <p:sp>
        <p:nvSpPr>
          <p:cNvPr id="5" name="Rectangle 4">
            <a:extLst xmlns:a="http://schemas.openxmlformats.org/drawingml/2006/main">
              <a:ext uri="{FF2B5EF4-FFF2-40B4-BE49-F238E27FC236}">
                <a16:creationId xmlns:a16="http://schemas.microsoft.com/office/drawing/2014/main" id="{061D444B-E8A2-41F9-A6FA-20408DB64090}"/>
              </a:ext>
            </a:extLst>
          </p:cNvPr>
          <p:cNvSpPr>
            <a:spLocks xmlns:a="http://schemas.openxmlformats.org/drawingml/2006/main" noGrp="1"/>
          </p:cNvSpPr>
          <p:nvPr/>
        </p:nvSpPr>
        <p:spPr>
          <a:xfrm xmlns:a="http://schemas.openxmlformats.org/drawingml/2006/main">
            <a:off x="6372225" y="2181225"/>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0">
                <a:solidFill>
                  <a:srgbClr val="83E0D0"/>
                </a:solidFill>
                <a:latin typeface="Arial"/>
                <a:ea typeface="Arial"/>
                <a:cs typeface="Arial"/>
              </a:defRPr>
            </a:pPr>
            <a:r>
              <a:rPr sz="3375" b="0">
                <a:solidFill>
                  <a:srgbClr val="83E0D0"/>
                </a:solidFill>
                <a:latin typeface="Arial"/>
                <a:ea typeface="Arial"/>
                <a:cs typeface="Arial"/>
              </a:rPr>
              <a:t>→</a:t>
            </a:r>
          </a:p>
        </p:txBody>
      </p:sp>
      <p:sp>
        <p:nvSpPr>
          <p:cNvPr id="6" name="Rectangle 5">
            <a:extLst xmlns:a="http://schemas.openxmlformats.org/drawingml/2006/main">
              <a:ext uri="{FF2B5EF4-FFF2-40B4-BE49-F238E27FC236}">
                <a16:creationId xmlns:a16="http://schemas.microsoft.com/office/drawing/2014/main" id="{38CBEF04-2F72-44CB-BB01-9F26F5239AEF}"/>
              </a:ext>
            </a:extLst>
          </p:cNvPr>
          <p:cNvSpPr>
            <a:spLocks xmlns:a="http://schemas.openxmlformats.org/drawingml/2006/main" noGrp="1"/>
          </p:cNvSpPr>
          <p:nvPr/>
        </p:nvSpPr>
        <p:spPr>
          <a:xfrm xmlns:a="http://schemas.openxmlformats.org/drawingml/2006/main">
            <a:off x="7915275" y="2181225"/>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83E0D0"/>
                </a:solidFill>
                <a:latin typeface="Arial"/>
                <a:ea typeface="Arial"/>
                <a:cs typeface="Arial"/>
              </a:defRPr>
            </a:pPr>
            <a:r>
              <a:rPr sz="3225" b="1">
                <a:solidFill>
                  <a:srgbClr val="83E0D0"/>
                </a:solidFill>
                <a:latin typeface="Arial"/>
                <a:ea typeface="Arial"/>
                <a:cs typeface="Arial"/>
              </a:rPr>
              <a:t>Autopsy</a:t>
            </a:r>
          </a:p>
        </p:txBody>
      </p:sp>
      <p:sp>
        <p:nvSpPr>
          <p:cNvPr id="7" name="Rectangle 6">
            <a:extLst xmlns:a="http://schemas.openxmlformats.org/drawingml/2006/main">
              <a:ext uri="{FF2B5EF4-FFF2-40B4-BE49-F238E27FC236}">
                <a16:creationId xmlns:a16="http://schemas.microsoft.com/office/drawing/2014/main" id="{007C65ED-02F5-4ED5-8E70-E30E4DEFDC44}"/>
              </a:ext>
            </a:extLst>
          </p:cNvPr>
          <p:cNvSpPr>
            <a:spLocks xmlns:a="http://schemas.openxmlformats.org/drawingml/2006/main" noGrp="1"/>
          </p:cNvSpPr>
          <p:nvPr/>
        </p:nvSpPr>
        <p:spPr>
          <a:xfrm xmlns:a="http://schemas.openxmlformats.org/drawingml/2006/main">
            <a:off x="619125" y="3486150"/>
            <a:ext cx="600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F7F3EA"/>
                </a:solidFill>
                <a:latin typeface="Arial"/>
                <a:ea typeface="Arial"/>
                <a:cs typeface="Arial"/>
              </a:defRPr>
            </a:pPr>
            <a:r>
              <a:rPr sz="2850" b="0">
                <a:solidFill>
                  <a:srgbClr val="F7F3EA"/>
                </a:solidFill>
                <a:latin typeface="Arial"/>
                <a:ea typeface="Arial"/>
                <a:cs typeface="Arial"/>
              </a:rPr>
              <a:t>Network capture</a:t>
            </a:r>
          </a:p>
        </p:txBody>
      </p:sp>
      <p:sp>
        <p:nvSpPr>
          <p:cNvPr id="8" name="Rectangle 7">
            <a:extLst xmlns:a="http://schemas.openxmlformats.org/drawingml/2006/main">
              <a:ext uri="{FF2B5EF4-FFF2-40B4-BE49-F238E27FC236}">
                <a16:creationId xmlns:a16="http://schemas.microsoft.com/office/drawing/2014/main" id="{A9479BE0-C6FE-4E21-B828-62421E700BAF}"/>
              </a:ext>
            </a:extLst>
          </p:cNvPr>
          <p:cNvSpPr>
            <a:spLocks xmlns:a="http://schemas.openxmlformats.org/drawingml/2006/main" noGrp="1"/>
          </p:cNvSpPr>
          <p:nvPr/>
        </p:nvSpPr>
        <p:spPr>
          <a:xfrm xmlns:a="http://schemas.openxmlformats.org/drawingml/2006/main">
            <a:off x="6372225" y="3486150"/>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0">
                <a:solidFill>
                  <a:srgbClr val="83E0D0"/>
                </a:solidFill>
                <a:latin typeface="Arial"/>
                <a:ea typeface="Arial"/>
                <a:cs typeface="Arial"/>
              </a:defRPr>
            </a:pPr>
            <a:r>
              <a:rPr sz="3375" b="0">
                <a:solidFill>
                  <a:srgbClr val="83E0D0"/>
                </a:solidFill>
                <a:latin typeface="Arial"/>
                <a:ea typeface="Arial"/>
                <a:cs typeface="Arial"/>
              </a:rPr>
              <a:t>→</a:t>
            </a:r>
          </a:p>
        </p:txBody>
      </p:sp>
      <p:sp>
        <p:nvSpPr>
          <p:cNvPr id="9" name="Rectangle 8">
            <a:extLst xmlns:a="http://schemas.openxmlformats.org/drawingml/2006/main">
              <a:ext uri="{FF2B5EF4-FFF2-40B4-BE49-F238E27FC236}">
                <a16:creationId xmlns:a16="http://schemas.microsoft.com/office/drawing/2014/main" id="{CD2FCE2B-0D7A-4737-920D-7E470E8EA522}"/>
              </a:ext>
            </a:extLst>
          </p:cNvPr>
          <p:cNvSpPr>
            <a:spLocks xmlns:a="http://schemas.openxmlformats.org/drawingml/2006/main" noGrp="1"/>
          </p:cNvSpPr>
          <p:nvPr/>
        </p:nvSpPr>
        <p:spPr>
          <a:xfrm xmlns:a="http://schemas.openxmlformats.org/drawingml/2006/main">
            <a:off x="7915275" y="3486150"/>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83E0D0"/>
                </a:solidFill>
                <a:latin typeface="Arial"/>
                <a:ea typeface="Arial"/>
                <a:cs typeface="Arial"/>
              </a:defRPr>
            </a:pPr>
            <a:r>
              <a:rPr sz="3225" b="1">
                <a:solidFill>
                  <a:srgbClr val="83E0D0"/>
                </a:solidFill>
                <a:latin typeface="Arial"/>
                <a:ea typeface="Arial"/>
                <a:cs typeface="Arial"/>
              </a:rPr>
              <a:t>Wireshark</a:t>
            </a:r>
          </a:p>
        </p:txBody>
      </p:sp>
      <p:sp>
        <p:nvSpPr>
          <p:cNvPr id="10" name="Rectangle 9">
            <a:extLst xmlns:a="http://schemas.openxmlformats.org/drawingml/2006/main">
              <a:ext uri="{FF2B5EF4-FFF2-40B4-BE49-F238E27FC236}">
                <a16:creationId xmlns:a16="http://schemas.microsoft.com/office/drawing/2014/main" id="{4941DA66-B73D-47D2-924C-D6425E37F249}"/>
              </a:ext>
            </a:extLst>
          </p:cNvPr>
          <p:cNvSpPr>
            <a:spLocks xmlns:a="http://schemas.openxmlformats.org/drawingml/2006/main" noGrp="1"/>
          </p:cNvSpPr>
          <p:nvPr/>
        </p:nvSpPr>
        <p:spPr>
          <a:xfrm xmlns:a="http://schemas.openxmlformats.org/drawingml/2006/main">
            <a:off x="619125" y="4791075"/>
            <a:ext cx="6000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F7F3EA"/>
                </a:solidFill>
                <a:latin typeface="Arial"/>
                <a:ea typeface="Arial"/>
                <a:cs typeface="Arial"/>
              </a:defRPr>
            </a:pPr>
            <a:r>
              <a:rPr sz="2850" b="0">
                <a:solidFill>
                  <a:srgbClr val="F7F3EA"/>
                </a:solidFill>
                <a:latin typeface="Arial"/>
                <a:ea typeface="Arial"/>
                <a:cs typeface="Arial"/>
              </a:rPr>
              <a:t>Memory snapshot</a:t>
            </a:r>
          </a:p>
        </p:txBody>
      </p:sp>
      <p:sp>
        <p:nvSpPr>
          <p:cNvPr id="11" name="Rectangle 10">
            <a:extLst xmlns:a="http://schemas.openxmlformats.org/drawingml/2006/main">
              <a:ext uri="{FF2B5EF4-FFF2-40B4-BE49-F238E27FC236}">
                <a16:creationId xmlns:a16="http://schemas.microsoft.com/office/drawing/2014/main" id="{3F9451AD-BF6F-422E-8F45-6B47B095691B}"/>
              </a:ext>
            </a:extLst>
          </p:cNvPr>
          <p:cNvSpPr>
            <a:spLocks xmlns:a="http://schemas.openxmlformats.org/drawingml/2006/main" noGrp="1"/>
          </p:cNvSpPr>
          <p:nvPr/>
        </p:nvSpPr>
        <p:spPr>
          <a:xfrm xmlns:a="http://schemas.openxmlformats.org/drawingml/2006/main">
            <a:off x="6372225" y="4791075"/>
            <a:ext cx="85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0">
                <a:solidFill>
                  <a:srgbClr val="83E0D0"/>
                </a:solidFill>
                <a:latin typeface="Arial"/>
                <a:ea typeface="Arial"/>
                <a:cs typeface="Arial"/>
              </a:defRPr>
            </a:pPr>
            <a:r>
              <a:rPr sz="3375" b="0">
                <a:solidFill>
                  <a:srgbClr val="83E0D0"/>
                </a:solidFill>
                <a:latin typeface="Arial"/>
                <a:ea typeface="Arial"/>
                <a:cs typeface="Arial"/>
              </a:rPr>
              <a:t>→</a:t>
            </a:r>
          </a:p>
        </p:txBody>
      </p:sp>
      <p:sp>
        <p:nvSpPr>
          <p:cNvPr id="12" name="Rectangle 11">
            <a:extLst xmlns:a="http://schemas.openxmlformats.org/drawingml/2006/main">
              <a:ext uri="{FF2B5EF4-FFF2-40B4-BE49-F238E27FC236}">
                <a16:creationId xmlns:a16="http://schemas.microsoft.com/office/drawing/2014/main" id="{8CEE76E6-CCEB-4805-85E8-4088AA120953}"/>
              </a:ext>
            </a:extLst>
          </p:cNvPr>
          <p:cNvSpPr>
            <a:spLocks xmlns:a="http://schemas.openxmlformats.org/drawingml/2006/main" noGrp="1"/>
          </p:cNvSpPr>
          <p:nvPr/>
        </p:nvSpPr>
        <p:spPr>
          <a:xfrm xmlns:a="http://schemas.openxmlformats.org/drawingml/2006/main">
            <a:off x="7915275" y="4791075"/>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83E0D0"/>
                </a:solidFill>
                <a:latin typeface="Arial"/>
                <a:ea typeface="Arial"/>
                <a:cs typeface="Arial"/>
              </a:defRPr>
            </a:pPr>
            <a:r>
              <a:rPr sz="3225" b="1">
                <a:solidFill>
                  <a:srgbClr val="83E0D0"/>
                </a:solidFill>
                <a:latin typeface="Arial"/>
                <a:ea typeface="Arial"/>
                <a:cs typeface="Arial"/>
              </a:rPr>
              <a:t>Volatility</a:t>
            </a:r>
          </a:p>
        </p:txBody>
      </p:sp>
      <p:sp>
        <p:nvSpPr>
          <p:cNvPr id="13" name="Rectangle 12">
            <a:extLst xmlns:a="http://schemas.openxmlformats.org/drawingml/2006/main">
              <a:ext uri="{FF2B5EF4-FFF2-40B4-BE49-F238E27FC236}">
                <a16:creationId xmlns:a16="http://schemas.microsoft.com/office/drawing/2014/main" id="{C4EF30F2-D11E-41E8-BD4B-F2BC02CB180D}"/>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Starting examples · No installation is needed to understand today’s session.</a:t>
            </a:r>
          </a:p>
        </p:txBody>
      </p:sp>
    </p:spTree>
    <p:extLst>
      <p:ext uri="{BB962C8B-B14F-4D97-AF65-F5344CB8AC3E}">
        <p14:creationId xmlns:p14="http://schemas.microsoft.com/office/powerpoint/2010/main" val="1528801362"/>
      </p:ext>
    </p:extLst>
  </p:cSld>
</p:sld>
</file>

<file path=ppt/slides/slide2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64E2E6EC-CD4D-4323-B21F-BFF67F43EA7B}"/>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EF21EC8F-7AF8-4223-889D-B159C6374F15}"/>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27</a:t>
            </a:r>
          </a:p>
        </p:txBody>
      </p:sp>
      <p:sp>
        <p:nvSpPr>
          <p:cNvPr id="3" name="Rectangle 2">
            <a:extLst xmlns:a="http://schemas.openxmlformats.org/drawingml/2006/main">
              <a:ext uri="{FF2B5EF4-FFF2-40B4-BE49-F238E27FC236}">
                <a16:creationId xmlns:a16="http://schemas.microsoft.com/office/drawing/2014/main" id="{02EEE0B1-F523-4E9C-9737-CF7F36CD1308}"/>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Your two-minute examination</a:t>
            </a:r>
          </a:p>
        </p:txBody>
      </p:sp>
      <p:graphicFrame>
        <p:nvGraphicFramePr>
          <p:cNvPr id="12" name="Table 9"/>
          <p:cNvGraphicFramePr/>
          <p:nvPr/>
        </p:nvGraphicFramePr>
        <p:xfrm>
          <a:off xmlns:a="http://schemas.openxmlformats.org/drawingml/2006/main" x="619125" y="2009775"/>
          <a:ext xmlns:a="http://schemas.openxmlformats.org/drawingml/2006/main" cx="10906125" cy="2876552"/>
        </p:xfrm>
        <a:graphic xmlns:a="http://schemas.openxmlformats.org/drawingml/2006/main">
          <a:graphicData uri="http://schemas.openxmlformats.org/drawingml/2006/table">
            <a:tbl>
              <a:tblPr/>
              <a:tblGrid>
                <a:gridCol w="2619375"/>
                <a:gridCol w="2286000"/>
                <a:gridCol w="6000750"/>
              </a:tblGrid>
              <a:tr h="719138">
                <a:tc>
                  <a:txBody>
                    <a:bodyPr/>
                    <a:lstStyle/>
                    <a:p>
                      <a:r>
                        <a:rPr sz="1500" b="1">
                          <a:solidFill>
                            <a:srgbClr val="087D82"/>
                          </a:solidFill>
                          <a:latin typeface="Arial"/>
                          <a:ea typeface="Arial"/>
                          <a:cs typeface="Arial"/>
                        </a:rPr>
                        <a:t>ROW / UTC</a:t>
                      </a:r>
                    </a:p>
                  </a:txBody>
                  <a:tcPr marL="91440" marR="91440" marT="45720" marB="45720">
                    <a:solidFill>
                      <a:srgbClr val="F7F3EA"/>
                    </a:solidFill>
                  </a:tcPr>
                </a:tc>
                <a:tc>
                  <a:txBody>
                    <a:bodyPr/>
                    <a:lstStyle/>
                    <a:p>
                      <a:r>
                        <a:rPr sz="1500" b="1">
                          <a:solidFill>
                            <a:srgbClr val="087D82"/>
                          </a:solidFill>
                          <a:latin typeface="Arial"/>
                          <a:ea typeface="Arial"/>
                          <a:cs typeface="Arial"/>
                        </a:rPr>
                        <a:t>EVENT</a:t>
                      </a:r>
                    </a:p>
                  </a:txBody>
                  <a:tcPr marL="91440" marR="91440" marT="45720" marB="45720">
                    <a:solidFill>
                      <a:srgbClr val="F7F3EA"/>
                    </a:solidFill>
                  </a:tcPr>
                </a:tc>
                <a:tc>
                  <a:txBody>
                    <a:bodyPr/>
                    <a:lstStyle/>
                    <a:p>
                      <a:r>
                        <a:rPr sz="1500" b="1">
                          <a:solidFill>
                            <a:srgbClr val="087D82"/>
                          </a:solidFill>
                          <a:latin typeface="Arial"/>
                          <a:ea typeface="Arial"/>
                          <a:cs typeface="Arial"/>
                        </a:rPr>
                        <a:t>VALUE</a:t>
                      </a:r>
                    </a:p>
                  </a:txBody>
                  <a:tcPr marL="91440" marR="91440" marT="45720" marB="45720">
                    <a:solidFill>
                      <a:srgbClr val="F7F3EA"/>
                    </a:solidFill>
                  </a:tcPr>
                </a:tc>
              </a:tr>
              <a:tr h="719138">
                <a:tc>
                  <a:txBody>
                    <a:bodyPr/>
                    <a:lstStyle/>
                    <a:p>
                      <a:r>
                        <a:rPr sz="2025" b="0">
                          <a:solidFill>
                            <a:srgbClr val="102B3A"/>
                          </a:solidFill>
                          <a:latin typeface="Arial"/>
                          <a:ea typeface="Arial"/>
                          <a:cs typeface="Arial"/>
                        </a:rPr>
                        <a:t>R01 · 09:00</a:t>
                      </a:r>
                    </a:p>
                  </a:txBody>
                  <a:tcPr marL="91440" marR="91440" marT="45720" marB="45720">
                    <a:solidFill>
                      <a:srgbClr val="F7F3EA"/>
                    </a:solidFill>
                  </a:tcPr>
                </a:tc>
                <a:tc>
                  <a:txBody>
                    <a:bodyPr/>
                    <a:lstStyle/>
                    <a:p>
                      <a:r>
                        <a:rPr sz="2025" b="0">
                          <a:solidFill>
                            <a:srgbClr val="102B3A"/>
                          </a:solidFill>
                          <a:latin typeface="Arial"/>
                          <a:ea typeface="Arial"/>
                          <a:cs typeface="Arial"/>
                        </a:rPr>
                        <a:t>visit</a:t>
                      </a:r>
                    </a:p>
                  </a:txBody>
                  <a:tcPr marL="91440" marR="91440" marT="45720" marB="45720">
                    <a:solidFill>
                      <a:srgbClr val="F7F3EA"/>
                    </a:solidFill>
                  </a:tcPr>
                </a:tc>
                <a:tc>
                  <a:txBody>
                    <a:bodyPr/>
                    <a:lstStyle/>
                    <a:p>
                      <a:r>
                        <a:rPr sz="2025" b="0">
                          <a:solidFill>
                            <a:srgbClr val="102B3A"/>
                          </a:solidFill>
                          <a:latin typeface="Arial"/>
                          <a:ea typeface="Arial"/>
                          <a:cs typeface="Arial"/>
                        </a:rPr>
                        <a:t>learn.example/workshop</a:t>
                      </a:r>
                    </a:p>
                  </a:txBody>
                  <a:tcPr marL="91440" marR="91440" marT="45720" marB="45720">
                    <a:solidFill>
                      <a:srgbClr val="F7F3EA"/>
                    </a:solidFill>
                  </a:tcPr>
                </a:tc>
              </a:tr>
              <a:tr h="719138">
                <a:tc>
                  <a:txBody>
                    <a:bodyPr/>
                    <a:lstStyle/>
                    <a:p>
                      <a:r>
                        <a:rPr sz="2025" b="0">
                          <a:solidFill>
                            <a:srgbClr val="102B3A"/>
                          </a:solidFill>
                          <a:latin typeface="Arial"/>
                          <a:ea typeface="Arial"/>
                          <a:cs typeface="Arial"/>
                        </a:rPr>
                        <a:t>R02 · 09:02</a:t>
                      </a:r>
                    </a:p>
                  </a:txBody>
                  <a:tcPr marL="91440" marR="91440" marT="45720" marB="45720">
                    <a:solidFill>
                      <a:srgbClr val="F7F3EA"/>
                    </a:solidFill>
                  </a:tcPr>
                </a:tc>
                <a:tc>
                  <a:txBody>
                    <a:bodyPr/>
                    <a:lstStyle/>
                    <a:p>
                      <a:r>
                        <a:rPr sz="2025" b="0">
                          <a:solidFill>
                            <a:srgbClr val="102B3A"/>
                          </a:solidFill>
                          <a:latin typeface="Arial"/>
                          <a:ea typeface="Arial"/>
                          <a:cs typeface="Arial"/>
                        </a:rPr>
                        <a:t>download</a:t>
                      </a:r>
                    </a:p>
                  </a:txBody>
                  <a:tcPr marL="91440" marR="91440" marT="45720" marB="45720">
                    <a:solidFill>
                      <a:srgbClr val="F7F3EA"/>
                    </a:solidFill>
                  </a:tcPr>
                </a:tc>
                <a:tc>
                  <a:txBody>
                    <a:bodyPr/>
                    <a:lstStyle/>
                    <a:p>
                      <a:r>
                        <a:rPr sz="2025" b="0">
                          <a:solidFill>
                            <a:srgbClr val="102B3A"/>
                          </a:solidFill>
                          <a:latin typeface="Arial"/>
                          <a:ea typeface="Arial"/>
                          <a:cs typeface="Arial"/>
                        </a:rPr>
                        <a:t>workshop-notes.txt</a:t>
                      </a:r>
                    </a:p>
                  </a:txBody>
                  <a:tcPr marL="91440" marR="91440" marT="45720" marB="45720">
                    <a:solidFill>
                      <a:srgbClr val="F7F3EA"/>
                    </a:solidFill>
                  </a:tcPr>
                </a:tc>
              </a:tr>
              <a:tr h="719138">
                <a:tc>
                  <a:txBody>
                    <a:bodyPr/>
                    <a:lstStyle/>
                    <a:p>
                      <a:r>
                        <a:rPr sz="2025" b="0">
                          <a:solidFill>
                            <a:srgbClr val="102B3A"/>
                          </a:solidFill>
                          <a:latin typeface="Arial"/>
                          <a:ea typeface="Arial"/>
                          <a:cs typeface="Arial"/>
                        </a:rPr>
                        <a:t>R03 · 09:05</a:t>
                      </a:r>
                    </a:p>
                  </a:txBody>
                  <a:tcPr marL="91440" marR="91440" marT="45720" marB="45720">
                    <a:solidFill>
                      <a:srgbClr val="F7F3EA"/>
                    </a:solidFill>
                  </a:tcPr>
                </a:tc>
                <a:tc>
                  <a:txBody>
                    <a:bodyPr/>
                    <a:lstStyle/>
                    <a:p>
                      <a:r>
                        <a:rPr sz="2025" b="0">
                          <a:solidFill>
                            <a:srgbClr val="102B3A"/>
                          </a:solidFill>
                          <a:latin typeface="Arial"/>
                          <a:ea typeface="Arial"/>
                          <a:cs typeface="Arial"/>
                        </a:rPr>
                        <a:t>visit</a:t>
                      </a:r>
                    </a:p>
                  </a:txBody>
                  <a:tcPr marL="91440" marR="91440" marT="45720" marB="45720">
                    <a:solidFill>
                      <a:srgbClr val="F7F3EA"/>
                    </a:solidFill>
                  </a:tcPr>
                </a:tc>
                <a:tc>
                  <a:txBody>
                    <a:bodyPr/>
                    <a:lstStyle/>
                    <a:p>
                      <a:r>
                        <a:rPr sz="2025" b="0">
                          <a:solidFill>
                            <a:srgbClr val="102B3A"/>
                          </a:solidFill>
                          <a:latin typeface="Arial"/>
                          <a:ea typeface="Arial"/>
                          <a:cs typeface="Arial"/>
                        </a:rPr>
                        <a:t>learn.example/library</a:t>
                      </a:r>
                    </a:p>
                  </a:txBody>
                  <a:tcPr marL="91440" marR="91440" marT="45720" marB="45720">
                    <a:solidFill>
                      <a:srgbClr val="F7F3EA"/>
                    </a:solidFill>
                  </a:tcPr>
                </a:tc>
              </a:tr>
            </a:tbl>
          </a:graphicData>
        </a:graphic>
      </p:graphicFrame>
      <p:sp>
        <p:nvSpPr>
          <p:cNvPr id="5" name="Rectangle 4">
            <a:extLst xmlns:a="http://schemas.openxmlformats.org/drawingml/2006/main">
              <a:ext uri="{FF2B5EF4-FFF2-40B4-BE49-F238E27FC236}">
                <a16:creationId xmlns:a16="http://schemas.microsoft.com/office/drawing/2014/main" id="{1E128BF0-7CB4-4ED6-A701-63D9C4D98584}"/>
              </a:ext>
            </a:extLst>
          </p:cNvPr>
          <p:cNvSpPr>
            <a:spLocks xmlns:a="http://schemas.openxmlformats.org/drawingml/2006/main" noGrp="1"/>
          </p:cNvSpPr>
          <p:nvPr/>
        </p:nvSpPr>
        <p:spPr>
          <a:xfrm xmlns:a="http://schemas.openxmlformats.org/drawingml/2006/main">
            <a:off x="619125" y="5238750"/>
            <a:ext cx="1085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102B3A"/>
                </a:solidFill>
                <a:latin typeface="Arial"/>
                <a:ea typeface="Arial"/>
                <a:cs typeface="Arial"/>
              </a:defRPr>
            </a:pPr>
            <a:r>
              <a:rPr sz="2475" b="1">
                <a:solidFill>
                  <a:srgbClr val="102B3A"/>
                </a:solidFill>
                <a:latin typeface="Arial"/>
                <a:ea typeface="Arial"/>
                <a:cs typeface="Arial"/>
              </a:rPr>
              <a:t>Say the download row and filename.</a:t>
            </a:r>
          </a:p>
          <a:p xmlns:a="http://schemas.openxmlformats.org/drawingml/2006/main">
            <a:pPr>
              <a:buNone/>
              <a:defRPr sz="2475" b="1">
                <a:solidFill>
                  <a:srgbClr val="102B3A"/>
                </a:solidFill>
                <a:latin typeface="Arial"/>
                <a:ea typeface="Arial"/>
                <a:cs typeface="Arial"/>
              </a:defRPr>
            </a:pPr>
            <a:r>
              <a:rPr sz="2475" b="1">
                <a:solidFill>
                  <a:srgbClr val="102B3A"/>
                </a:solidFill>
                <a:latin typeface="Arial"/>
                <a:ea typeface="Arial"/>
                <a:cs typeface="Arial"/>
              </a:rPr>
              <a:t>Does this table identify a person?</a:t>
            </a:r>
          </a:p>
        </p:txBody>
      </p:sp>
      <p:sp>
        <p:nvSpPr>
          <p:cNvPr id="6" name="Rectangle 5">
            <a:extLst xmlns:a="http://schemas.openxmlformats.org/drawingml/2006/main">
              <a:ext uri="{FF2B5EF4-FFF2-40B4-BE49-F238E27FC236}">
                <a16:creationId xmlns:a16="http://schemas.microsoft.com/office/drawing/2014/main" id="{4CB2CDCA-58BC-4EA6-ADA1-A7CFE296506D}"/>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DISCUSS FOR 2 MINUTES · Everything is on screen · Synthetic records, 1 Sep 2026 UTC.</a:t>
            </a:r>
          </a:p>
        </p:txBody>
      </p:sp>
    </p:spTree>
    <p:extLst>
      <p:ext uri="{BB962C8B-B14F-4D97-AF65-F5344CB8AC3E}">
        <p14:creationId xmlns:p14="http://schemas.microsoft.com/office/powerpoint/2010/main" val="2051438619"/>
      </p:ext>
    </p:extLst>
  </p:cSld>
</p:sld>
</file>

<file path=ppt/slides/slide27.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A3740798-8776-433B-B87C-686E0D1A4EF2}"/>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3E0D0"/>
                </a:solidFill>
                <a:latin typeface="Arial"/>
                <a:ea typeface="Arial"/>
                <a:cs typeface="Arial"/>
              </a:defRPr>
            </a:pPr>
            <a:r>
              <a:rPr sz="1200" b="1">
                <a:solidFill>
                  <a:srgbClr val="83E0D0"/>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CE43577F-6A84-4744-BA45-8B6EE83D5F11}"/>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28</a:t>
            </a:r>
          </a:p>
        </p:txBody>
      </p:sp>
      <p:sp>
        <p:nvSpPr>
          <p:cNvPr id="3" name="Rectangle 2">
            <a:extLst xmlns:a="http://schemas.openxmlformats.org/drawingml/2006/main">
              <a:ext uri="{FF2B5EF4-FFF2-40B4-BE49-F238E27FC236}">
                <a16:creationId xmlns:a16="http://schemas.microsoft.com/office/drawing/2014/main" id="{07C5E089-21E0-4949-83DD-01D4B5B34A43}"/>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F7F3EA"/>
                </a:solidFill>
                <a:latin typeface="Arial"/>
                <a:ea typeface="Arial"/>
                <a:cs typeface="Arial"/>
              </a:defRPr>
            </a:pPr>
            <a:r>
              <a:rPr sz="3900" b="1">
                <a:solidFill>
                  <a:srgbClr val="F7F3EA"/>
                </a:solidFill>
                <a:latin typeface="Arial"/>
                <a:ea typeface="Arial"/>
                <a:cs typeface="Arial"/>
              </a:rPr>
              <a:t>What the records support</a:t>
            </a:r>
          </a:p>
        </p:txBody>
      </p:sp>
      <p:graphicFrame>
        <p:nvGraphicFramePr>
          <p:cNvPr id="14" name="Table 11"/>
          <p:cNvGraphicFramePr/>
          <p:nvPr/>
        </p:nvGraphicFramePr>
        <p:xfrm>
          <a:off xmlns:a="http://schemas.openxmlformats.org/drawingml/2006/main" x="619125" y="2076450"/>
          <a:ext xmlns:a="http://schemas.openxmlformats.org/drawingml/2006/main" cx="10906125" cy="1609726"/>
        </p:xfrm>
        <a:graphic xmlns:a="http://schemas.openxmlformats.org/drawingml/2006/main">
          <a:graphicData uri="http://schemas.openxmlformats.org/drawingml/2006/table">
            <a:tbl>
              <a:tblPr/>
              <a:tblGrid>
                <a:gridCol w="2381250"/>
                <a:gridCol w="8524875"/>
              </a:tblGrid>
              <a:tr h="804863">
                <a:tc>
                  <a:txBody>
                    <a:bodyPr/>
                    <a:lstStyle/>
                    <a:p>
                      <a:r>
                        <a:rPr sz="1500" b="1">
                          <a:solidFill>
                            <a:srgbClr val="83E0D0"/>
                          </a:solidFill>
                          <a:latin typeface="Arial"/>
                          <a:ea typeface="Arial"/>
                          <a:cs typeface="Arial"/>
                        </a:rPr>
                        <a:t>ROW</a:t>
                      </a: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163A4E"/>
                    </a:solidFill>
                  </a:tcPr>
                </a:tc>
                <a:tc>
                  <a:txBody>
                    <a:bodyPr/>
                    <a:lstStyle/>
                    <a:p>
                      <a:r>
                        <a:rPr sz="1500" b="1">
                          <a:solidFill>
                            <a:srgbClr val="83E0D0"/>
                          </a:solidFill>
                          <a:latin typeface="Arial"/>
                          <a:ea typeface="Arial"/>
                          <a:cs typeface="Arial"/>
                        </a:rPr>
                        <a:t>RECORDED EVENT</a:t>
                      </a: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163A4E"/>
                    </a:solidFill>
                  </a:tcPr>
                </a:tc>
              </a:tr>
              <a:tr h="804863">
                <a:tc>
                  <a:txBody>
                    <a:bodyPr/>
                    <a:lstStyle/>
                    <a:p>
                      <a:r>
                        <a:rPr sz="2700" b="0">
                          <a:solidFill>
                            <a:srgbClr val="F7F3EA"/>
                          </a:solidFill>
                          <a:latin typeface="Arial"/>
                          <a:ea typeface="Arial"/>
                          <a:cs typeface="Arial"/>
                        </a:rPr>
                        <a:t>R02</a:t>
                      </a: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163A4E"/>
                    </a:solidFill>
                  </a:tcPr>
                </a:tc>
                <a:tc>
                  <a:txBody>
                    <a:bodyPr/>
                    <a:lstStyle/>
                    <a:p>
                      <a:r>
                        <a:rPr sz="2700" b="0">
                          <a:solidFill>
                            <a:srgbClr val="F7F3EA"/>
                          </a:solidFill>
                          <a:latin typeface="Arial"/>
                          <a:ea typeface="Arial"/>
                          <a:cs typeface="Arial"/>
                        </a:rPr>
                        <a:t>Download: workshop-notes.txt</a:t>
                      </a:r>
                    </a:p>
                  </a:txBody>
                  <a:tcPr marL="91440" marR="91440" marT="45720" marB="45720" anchor="ctr">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163A4E"/>
                    </a:solidFill>
                  </a:tcPr>
                </a:tc>
              </a:tr>
            </a:tbl>
          </a:graphicData>
        </a:graphic>
      </p:graphicFrame>
      <p:sp>
        <p:nvSpPr>
          <p:cNvPr id="5" name="Rectangle 4">
            <a:extLst xmlns:a="http://schemas.openxmlformats.org/drawingml/2006/main">
              <a:ext uri="{FF2B5EF4-FFF2-40B4-BE49-F238E27FC236}">
                <a16:creationId xmlns:a16="http://schemas.microsoft.com/office/drawing/2014/main" id="{F82754BE-6B4C-4302-838A-7D06564436F4}"/>
              </a:ext>
            </a:extLst>
          </p:cNvPr>
          <p:cNvSpPr>
            <a:spLocks xmlns:a="http://schemas.openxmlformats.org/drawingml/2006/main" noGrp="1"/>
          </p:cNvSpPr>
          <p:nvPr/>
        </p:nvSpPr>
        <p:spPr>
          <a:xfrm xmlns:a="http://schemas.openxmlformats.org/drawingml/2006/main">
            <a:off x="619125" y="4238625"/>
            <a:ext cx="681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F7F3EA"/>
                </a:solidFill>
                <a:latin typeface="Arial"/>
                <a:ea typeface="Arial"/>
                <a:cs typeface="Arial"/>
              </a:defRPr>
            </a:pPr>
            <a:r>
              <a:rPr sz="3150" b="1">
                <a:solidFill>
                  <a:srgbClr val="F7F3EA"/>
                </a:solidFill>
                <a:latin typeface="Arial"/>
                <a:ea typeface="Arial"/>
                <a:cs typeface="Arial"/>
              </a:rPr>
              <a:t>Person identified?</a:t>
            </a:r>
          </a:p>
        </p:txBody>
      </p:sp>
      <p:sp>
        <p:nvSpPr>
          <p:cNvPr id="6" name="Rectangle 5">
            <a:extLst xmlns:a="http://schemas.openxmlformats.org/drawingml/2006/main">
              <a:ext uri="{FF2B5EF4-FFF2-40B4-BE49-F238E27FC236}">
                <a16:creationId xmlns:a16="http://schemas.microsoft.com/office/drawing/2014/main" id="{FB483535-8572-4F4D-A5EC-61D0AF598A8C}"/>
              </a:ext>
            </a:extLst>
          </p:cNvPr>
          <p:cNvSpPr>
            <a:spLocks xmlns:a="http://schemas.openxmlformats.org/drawingml/2006/main" noGrp="1"/>
          </p:cNvSpPr>
          <p:nvPr/>
        </p:nvSpPr>
        <p:spPr>
          <a:xfrm xmlns:a="http://schemas.openxmlformats.org/drawingml/2006/main">
            <a:off x="8810625" y="4057650"/>
            <a:ext cx="2667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325" b="1">
                <a:solidFill>
                  <a:srgbClr val="F8BD63"/>
                </a:solidFill>
                <a:latin typeface="Arial"/>
                <a:ea typeface="Arial"/>
                <a:cs typeface="Arial"/>
              </a:defRPr>
            </a:pPr>
            <a:r>
              <a:rPr sz="5325" b="1">
                <a:solidFill>
                  <a:srgbClr val="F8BD63"/>
                </a:solidFill>
                <a:latin typeface="Arial"/>
                <a:ea typeface="Arial"/>
                <a:cs typeface="Arial"/>
              </a:rPr>
              <a:t>No</a:t>
            </a:r>
          </a:p>
        </p:txBody>
      </p:sp>
      <p:sp>
        <p:nvSpPr>
          <p:cNvPr id="7" name="Rectangle 6">
            <a:extLst xmlns:a="http://schemas.openxmlformats.org/drawingml/2006/main">
              <a:ext uri="{FF2B5EF4-FFF2-40B4-BE49-F238E27FC236}">
                <a16:creationId xmlns:a16="http://schemas.microsoft.com/office/drawing/2014/main" id="{B4F4A37A-98AA-4078-9577-80C28ED79A39}"/>
              </a:ext>
            </a:extLst>
          </p:cNvPr>
          <p:cNvSpPr>
            <a:spLocks xmlns:a="http://schemas.openxmlformats.org/drawingml/2006/main" noGrp="1"/>
          </p:cNvSpPr>
          <p:nvPr/>
        </p:nvSpPr>
        <p:spPr>
          <a:xfrm xmlns:a="http://schemas.openxmlformats.org/drawingml/2006/main">
            <a:off x="619125" y="556260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7F3EA"/>
                </a:solidFill>
                <a:latin typeface="Arial"/>
                <a:ea typeface="Arial"/>
                <a:cs typeface="Arial"/>
              </a:defRPr>
            </a:pPr>
            <a:r>
              <a:rPr sz="2325" b="0">
                <a:solidFill>
                  <a:srgbClr val="F7F3EA"/>
                </a:solidFill>
                <a:latin typeface="Arial"/>
                <a:ea typeface="Arial"/>
                <a:cs typeface="Arial"/>
              </a:rPr>
              <a:t>A visit alone also does not prove a saved download.</a:t>
            </a:r>
          </a:p>
        </p:txBody>
      </p:sp>
      <p:sp>
        <p:nvSpPr>
          <p:cNvPr id="8" name="Rectangle 7">
            <a:extLst xmlns:a="http://schemas.openxmlformats.org/drawingml/2006/main">
              <a:ext uri="{FF2B5EF4-FFF2-40B4-BE49-F238E27FC236}">
                <a16:creationId xmlns:a16="http://schemas.microsoft.com/office/drawing/2014/main" id="{5D2050AC-BCC1-4DE5-A81C-DD4A8FAD21E4}"/>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The table does not independently establish storage, opening or reading.</a:t>
            </a:r>
          </a:p>
        </p:txBody>
      </p:sp>
    </p:spTree>
    <p:extLst>
      <p:ext uri="{BB962C8B-B14F-4D97-AF65-F5344CB8AC3E}">
        <p14:creationId xmlns:p14="http://schemas.microsoft.com/office/powerpoint/2010/main" val="1049680959"/>
      </p:ext>
    </p:extLst>
  </p:cSld>
</p:sld>
</file>

<file path=ppt/slides/slide28.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55CE66DB-10BF-4945-979A-F1C4B29E45C0}"/>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3E0D0"/>
                </a:solidFill>
                <a:latin typeface="Arial"/>
                <a:ea typeface="Arial"/>
                <a:cs typeface="Arial"/>
              </a:defRPr>
            </a:pPr>
            <a:r>
              <a:rPr sz="1200" b="1">
                <a:solidFill>
                  <a:srgbClr val="83E0D0"/>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BA7CAA2F-27F3-4AFD-B69F-C5FE2CEBB68D}"/>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29</a:t>
            </a:r>
          </a:p>
        </p:txBody>
      </p:sp>
      <p:sp>
        <p:nvSpPr>
          <p:cNvPr id="3" name="Rectangle 2">
            <a:extLst xmlns:a="http://schemas.openxmlformats.org/drawingml/2006/main">
              <a:ext uri="{FF2B5EF4-FFF2-40B4-BE49-F238E27FC236}">
                <a16:creationId xmlns:a16="http://schemas.microsoft.com/office/drawing/2014/main" id="{5B4479E6-8924-46C6-8A8D-937BC32719C6}"/>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F7F3EA"/>
                </a:solidFill>
                <a:latin typeface="Arial"/>
                <a:ea typeface="Arial"/>
                <a:cs typeface="Arial"/>
              </a:defRPr>
            </a:pPr>
            <a:r>
              <a:rPr sz="3900" b="1">
                <a:solidFill>
                  <a:srgbClr val="F7F3EA"/>
                </a:solidFill>
                <a:latin typeface="Arial"/>
                <a:ea typeface="Arial"/>
                <a:cs typeface="Arial"/>
              </a:rPr>
              <a:t>True or false?</a:t>
            </a:r>
          </a:p>
        </p:txBody>
      </p:sp>
      <p:sp>
        <p:nvSpPr>
          <p:cNvPr id="4" name="Rectangle 3">
            <a:extLst xmlns:a="http://schemas.openxmlformats.org/drawingml/2006/main">
              <a:ext uri="{FF2B5EF4-FFF2-40B4-BE49-F238E27FC236}">
                <a16:creationId xmlns:a16="http://schemas.microsoft.com/office/drawing/2014/main" id="{32D4407D-8231-4B21-A680-705255510E43}"/>
              </a:ext>
            </a:extLst>
          </p:cNvPr>
          <p:cNvSpPr>
            <a:spLocks xmlns:a="http://schemas.openxmlformats.org/drawingml/2006/main" noGrp="1"/>
          </p:cNvSpPr>
          <p:nvPr/>
        </p:nvSpPr>
        <p:spPr>
          <a:xfrm xmlns:a="http://schemas.openxmlformats.org/drawingml/2006/main">
            <a:off x="609600" y="2219325"/>
            <a:ext cx="104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83E0D0"/>
                </a:solidFill>
                <a:latin typeface="Arial"/>
                <a:ea typeface="Arial"/>
                <a:cs typeface="Arial"/>
              </a:defRPr>
            </a:pPr>
            <a:r>
              <a:rPr sz="3675" b="1">
                <a:solidFill>
                  <a:srgbClr val="83E0D0"/>
                </a:solidFill>
                <a:latin typeface="Arial"/>
                <a:ea typeface="Arial"/>
                <a:cs typeface="Arial"/>
              </a:rPr>
              <a:t>01</a:t>
            </a:r>
          </a:p>
        </p:txBody>
      </p:sp>
      <p:sp>
        <p:nvSpPr>
          <p:cNvPr id="5" name="Rectangle 4">
            <a:extLst xmlns:a="http://schemas.openxmlformats.org/drawingml/2006/main">
              <a:ext uri="{FF2B5EF4-FFF2-40B4-BE49-F238E27FC236}">
                <a16:creationId xmlns:a16="http://schemas.microsoft.com/office/drawing/2014/main" id="{0C5FF2F5-0842-48F8-A448-5001D0C7F230}"/>
              </a:ext>
            </a:extLst>
          </p:cNvPr>
          <p:cNvSpPr>
            <a:spLocks xmlns:a="http://schemas.openxmlformats.org/drawingml/2006/main" noGrp="1"/>
          </p:cNvSpPr>
          <p:nvPr/>
        </p:nvSpPr>
        <p:spPr>
          <a:xfrm xmlns:a="http://schemas.openxmlformats.org/drawingml/2006/main">
            <a:off x="1714500" y="2247900"/>
            <a:ext cx="9620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F7F3EA"/>
                </a:solidFill>
                <a:latin typeface="Arial"/>
                <a:ea typeface="Arial"/>
                <a:cs typeface="Arial"/>
              </a:defRPr>
            </a:pPr>
            <a:r>
              <a:rPr sz="2550" b="0">
                <a:solidFill>
                  <a:srgbClr val="F7F3EA"/>
                </a:solidFill>
                <a:latin typeface="Arial"/>
                <a:ea typeface="Arial"/>
                <a:cs typeface="Arial"/>
              </a:rPr>
              <a:t>Deleted files are always recoverable.</a:t>
            </a:r>
          </a:p>
        </p:txBody>
      </p:sp>
      <p:sp>
        <p:nvSpPr>
          <p:cNvPr id="6" name="Rectangle 5">
            <a:extLst xmlns:a="http://schemas.openxmlformats.org/drawingml/2006/main">
              <a:ext uri="{FF2B5EF4-FFF2-40B4-BE49-F238E27FC236}">
                <a16:creationId xmlns:a16="http://schemas.microsoft.com/office/drawing/2014/main" id="{0B17CA54-B312-4E57-ADB3-B34D36371589}"/>
              </a:ext>
            </a:extLst>
          </p:cNvPr>
          <p:cNvSpPr>
            <a:spLocks xmlns:a="http://schemas.openxmlformats.org/drawingml/2006/main" noGrp="1"/>
          </p:cNvSpPr>
          <p:nvPr/>
        </p:nvSpPr>
        <p:spPr>
          <a:xfrm xmlns:a="http://schemas.openxmlformats.org/drawingml/2006/main">
            <a:off x="609600" y="3476625"/>
            <a:ext cx="104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83E0D0"/>
                </a:solidFill>
                <a:latin typeface="Arial"/>
                <a:ea typeface="Arial"/>
                <a:cs typeface="Arial"/>
              </a:defRPr>
            </a:pPr>
            <a:r>
              <a:rPr sz="3675" b="1">
                <a:solidFill>
                  <a:srgbClr val="83E0D0"/>
                </a:solidFill>
                <a:latin typeface="Arial"/>
                <a:ea typeface="Arial"/>
                <a:cs typeface="Arial"/>
              </a:rPr>
              <a:t>02</a:t>
            </a:r>
          </a:p>
        </p:txBody>
      </p:sp>
      <p:sp>
        <p:nvSpPr>
          <p:cNvPr id="7" name="Rectangle 6">
            <a:extLst xmlns:a="http://schemas.openxmlformats.org/drawingml/2006/main">
              <a:ext uri="{FF2B5EF4-FFF2-40B4-BE49-F238E27FC236}">
                <a16:creationId xmlns:a16="http://schemas.microsoft.com/office/drawing/2014/main" id="{D79FE3B4-ADE0-40FE-BBE2-947B583D24B4}"/>
              </a:ext>
            </a:extLst>
          </p:cNvPr>
          <p:cNvSpPr>
            <a:spLocks xmlns:a="http://schemas.openxmlformats.org/drawingml/2006/main" noGrp="1"/>
          </p:cNvSpPr>
          <p:nvPr/>
        </p:nvSpPr>
        <p:spPr>
          <a:xfrm xmlns:a="http://schemas.openxmlformats.org/drawingml/2006/main">
            <a:off x="1714500" y="3505200"/>
            <a:ext cx="9620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F7F3EA"/>
                </a:solidFill>
                <a:latin typeface="Arial"/>
                <a:ea typeface="Arial"/>
                <a:cs typeface="Arial"/>
              </a:defRPr>
            </a:pPr>
            <a:r>
              <a:rPr sz="2550" b="0">
                <a:solidFill>
                  <a:srgbClr val="F7F3EA"/>
                </a:solidFill>
                <a:latin typeface="Arial"/>
                <a:ea typeface="Arial"/>
                <a:cs typeface="Arial"/>
              </a:rPr>
              <a:t>A screenshot tells the whole story.</a:t>
            </a:r>
          </a:p>
        </p:txBody>
      </p:sp>
      <p:sp>
        <p:nvSpPr>
          <p:cNvPr id="8" name="Rectangle 7">
            <a:extLst xmlns:a="http://schemas.openxmlformats.org/drawingml/2006/main">
              <a:ext uri="{FF2B5EF4-FFF2-40B4-BE49-F238E27FC236}">
                <a16:creationId xmlns:a16="http://schemas.microsoft.com/office/drawing/2014/main" id="{07F6B62E-58E0-4548-8871-DBA8613961E3}"/>
              </a:ext>
            </a:extLst>
          </p:cNvPr>
          <p:cNvSpPr>
            <a:spLocks xmlns:a="http://schemas.openxmlformats.org/drawingml/2006/main" noGrp="1"/>
          </p:cNvSpPr>
          <p:nvPr/>
        </p:nvSpPr>
        <p:spPr>
          <a:xfrm xmlns:a="http://schemas.openxmlformats.org/drawingml/2006/main">
            <a:off x="609600" y="4733925"/>
            <a:ext cx="104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83E0D0"/>
                </a:solidFill>
                <a:latin typeface="Arial"/>
                <a:ea typeface="Arial"/>
                <a:cs typeface="Arial"/>
              </a:defRPr>
            </a:pPr>
            <a:r>
              <a:rPr sz="3675" b="1">
                <a:solidFill>
                  <a:srgbClr val="83E0D0"/>
                </a:solidFill>
                <a:latin typeface="Arial"/>
                <a:ea typeface="Arial"/>
                <a:cs typeface="Arial"/>
              </a:rPr>
              <a:t>03</a:t>
            </a:r>
          </a:p>
        </p:txBody>
      </p:sp>
      <p:sp>
        <p:nvSpPr>
          <p:cNvPr id="9" name="Rectangle 8">
            <a:extLst xmlns:a="http://schemas.openxmlformats.org/drawingml/2006/main">
              <a:ext uri="{FF2B5EF4-FFF2-40B4-BE49-F238E27FC236}">
                <a16:creationId xmlns:a16="http://schemas.microsoft.com/office/drawing/2014/main" id="{EF29679C-42B8-4BE3-91C4-8F624F7B2F2E}"/>
              </a:ext>
            </a:extLst>
          </p:cNvPr>
          <p:cNvSpPr>
            <a:spLocks xmlns:a="http://schemas.openxmlformats.org/drawingml/2006/main" noGrp="1"/>
          </p:cNvSpPr>
          <p:nvPr/>
        </p:nvSpPr>
        <p:spPr>
          <a:xfrm xmlns:a="http://schemas.openxmlformats.org/drawingml/2006/main">
            <a:off x="1714500" y="4762500"/>
            <a:ext cx="9620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F7F3EA"/>
                </a:solidFill>
                <a:latin typeface="Arial"/>
                <a:ea typeface="Arial"/>
                <a:cs typeface="Arial"/>
              </a:defRPr>
            </a:pPr>
            <a:r>
              <a:rPr sz="2550" b="0">
                <a:solidFill>
                  <a:srgbClr val="F7F3EA"/>
                </a:solidFill>
                <a:latin typeface="Arial"/>
                <a:ea typeface="Arial"/>
                <a:cs typeface="Arial"/>
              </a:rPr>
              <a:t>No log means no event.</a:t>
            </a:r>
          </a:p>
        </p:txBody>
      </p:sp>
      <p:sp>
        <p:nvSpPr>
          <p:cNvPr id="10" name="Rectangle 9">
            <a:extLst xmlns:a="http://schemas.openxmlformats.org/drawingml/2006/main">
              <a:ext uri="{FF2B5EF4-FFF2-40B4-BE49-F238E27FC236}">
                <a16:creationId xmlns:a16="http://schemas.microsoft.com/office/drawing/2014/main" id="{B1A0FB8D-7BFC-4B4F-BD52-8AB6B57741AA}"/>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Give one reason for each answer.</a:t>
            </a:r>
          </a:p>
        </p:txBody>
      </p:sp>
    </p:spTree>
    <p:extLst>
      <p:ext uri="{BB962C8B-B14F-4D97-AF65-F5344CB8AC3E}">
        <p14:creationId xmlns:p14="http://schemas.microsoft.com/office/powerpoint/2010/main" val="2120798068"/>
      </p:ext>
    </p:extLst>
  </p:cSld>
</p:sld>
</file>

<file path=ppt/slides/slide29.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EB604264-78A9-4B44-A1E7-4B3F706A2681}"/>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3E0D0"/>
                </a:solidFill>
                <a:latin typeface="Arial"/>
                <a:ea typeface="Arial"/>
                <a:cs typeface="Arial"/>
              </a:defRPr>
            </a:pPr>
            <a:r>
              <a:rPr sz="1200" b="1">
                <a:solidFill>
                  <a:srgbClr val="83E0D0"/>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920EAC2E-6911-4ABB-9E7E-A6678000035B}"/>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30</a:t>
            </a:r>
          </a:p>
        </p:txBody>
      </p:sp>
      <p:sp>
        <p:nvSpPr>
          <p:cNvPr id="3" name="Rectangle 2">
            <a:extLst xmlns:a="http://schemas.openxmlformats.org/drawingml/2006/main">
              <a:ext uri="{FF2B5EF4-FFF2-40B4-BE49-F238E27FC236}">
                <a16:creationId xmlns:a16="http://schemas.microsoft.com/office/drawing/2014/main" id="{1B5EB833-540C-4F7E-A44B-F395E1E3F24F}"/>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F7F3EA"/>
                </a:solidFill>
                <a:latin typeface="Arial"/>
                <a:ea typeface="Arial"/>
                <a:cs typeface="Arial"/>
              </a:defRPr>
            </a:pPr>
            <a:r>
              <a:rPr sz="3900" b="1">
                <a:solidFill>
                  <a:srgbClr val="F7F3EA"/>
                </a:solidFill>
                <a:latin typeface="Arial"/>
                <a:ea typeface="Arial"/>
                <a:cs typeface="Arial"/>
              </a:rPr>
              <a:t>Why all three claims are false</a:t>
            </a:r>
          </a:p>
        </p:txBody>
      </p:sp>
      <p:sp>
        <p:nvSpPr>
          <p:cNvPr id="4" name="Rectangle 3">
            <a:extLst xmlns:a="http://schemas.openxmlformats.org/drawingml/2006/main">
              <a:ext uri="{FF2B5EF4-FFF2-40B4-BE49-F238E27FC236}">
                <a16:creationId xmlns:a16="http://schemas.microsoft.com/office/drawing/2014/main" id="{DDF2A78E-682E-4E75-9521-C1F29464145F}"/>
              </a:ext>
            </a:extLst>
          </p:cNvPr>
          <p:cNvSpPr>
            <a:spLocks xmlns:a="http://schemas.openxmlformats.org/drawingml/2006/main" noGrp="1"/>
          </p:cNvSpPr>
          <p:nvPr/>
        </p:nvSpPr>
        <p:spPr>
          <a:xfrm xmlns:a="http://schemas.openxmlformats.org/drawingml/2006/main">
            <a:off x="619125" y="200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83E0D0"/>
                </a:solidFill>
                <a:latin typeface="Arial"/>
                <a:ea typeface="Arial"/>
                <a:cs typeface="Arial"/>
              </a:defRPr>
            </a:pPr>
            <a:r>
              <a:rPr sz="2550" b="1">
                <a:solidFill>
                  <a:srgbClr val="83E0D0"/>
                </a:solidFill>
                <a:latin typeface="Arial"/>
                <a:ea typeface="Arial"/>
                <a:cs typeface="Arial"/>
              </a:rPr>
              <a:t>Deleted = recoverable?</a:t>
            </a:r>
          </a:p>
        </p:txBody>
      </p:sp>
      <p:sp>
        <p:nvSpPr>
          <p:cNvPr id="5" name="Rectangle 4">
            <a:extLst xmlns:a="http://schemas.openxmlformats.org/drawingml/2006/main">
              <a:ext uri="{FF2B5EF4-FFF2-40B4-BE49-F238E27FC236}">
                <a16:creationId xmlns:a16="http://schemas.microsoft.com/office/drawing/2014/main" id="{45C605CA-BBB7-4D42-A7A7-E297F7966E09}"/>
              </a:ext>
            </a:extLst>
          </p:cNvPr>
          <p:cNvSpPr>
            <a:spLocks xmlns:a="http://schemas.openxmlformats.org/drawingml/2006/main" noGrp="1"/>
          </p:cNvSpPr>
          <p:nvPr/>
        </p:nvSpPr>
        <p:spPr>
          <a:xfrm xmlns:a="http://schemas.openxmlformats.org/drawingml/2006/main">
            <a:off x="619125" y="258127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7F3EA"/>
                </a:solidFill>
                <a:latin typeface="Arial"/>
                <a:ea typeface="Arial"/>
                <a:cs typeface="Arial"/>
              </a:defRPr>
            </a:pPr>
            <a:r>
              <a:rPr sz="2325" b="0">
                <a:solidFill>
                  <a:srgbClr val="F7F3EA"/>
                </a:solidFill>
                <a:latin typeface="Arial"/>
                <a:ea typeface="Arial"/>
                <a:cs typeface="Arial"/>
              </a:rPr>
              <a:t>Recovery depends on what remains.</a:t>
            </a:r>
          </a:p>
        </p:txBody>
      </p:sp>
      <p:sp>
        <p:nvSpPr>
          <p:cNvPr id="6" name="Rectangle 5">
            <a:extLst xmlns:a="http://schemas.openxmlformats.org/drawingml/2006/main">
              <a:ext uri="{FF2B5EF4-FFF2-40B4-BE49-F238E27FC236}">
                <a16:creationId xmlns:a16="http://schemas.microsoft.com/office/drawing/2014/main" id="{18881FF0-27CC-48C7-8BD7-9B64ADE37E0E}"/>
              </a:ext>
            </a:extLst>
          </p:cNvPr>
          <p:cNvSpPr>
            <a:spLocks xmlns:a="http://schemas.openxmlformats.org/drawingml/2006/main" noGrp="1"/>
          </p:cNvSpPr>
          <p:nvPr/>
        </p:nvSpPr>
        <p:spPr>
          <a:xfrm xmlns:a="http://schemas.openxmlformats.org/drawingml/2006/main">
            <a:off x="619125" y="33909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83E0D0"/>
                </a:solidFill>
                <a:latin typeface="Arial"/>
                <a:ea typeface="Arial"/>
                <a:cs typeface="Arial"/>
              </a:defRPr>
            </a:pPr>
            <a:r>
              <a:rPr sz="2550" b="1">
                <a:solidFill>
                  <a:srgbClr val="83E0D0"/>
                </a:solidFill>
                <a:latin typeface="Arial"/>
                <a:ea typeface="Arial"/>
                <a:cs typeface="Arial"/>
              </a:rPr>
              <a:t>Screenshot = whole story?</a:t>
            </a:r>
          </a:p>
        </p:txBody>
      </p:sp>
      <p:sp>
        <p:nvSpPr>
          <p:cNvPr id="7" name="Rectangle 6">
            <a:extLst xmlns:a="http://schemas.openxmlformats.org/drawingml/2006/main">
              <a:ext uri="{FF2B5EF4-FFF2-40B4-BE49-F238E27FC236}">
                <a16:creationId xmlns:a16="http://schemas.microsoft.com/office/drawing/2014/main" id="{FA9DFA1D-3C90-4E2A-8B8F-66C76EB9B0FE}"/>
              </a:ext>
            </a:extLst>
          </p:cNvPr>
          <p:cNvSpPr>
            <a:spLocks xmlns:a="http://schemas.openxmlformats.org/drawingml/2006/main" noGrp="1"/>
          </p:cNvSpPr>
          <p:nvPr/>
        </p:nvSpPr>
        <p:spPr>
          <a:xfrm xmlns:a="http://schemas.openxmlformats.org/drawingml/2006/main">
            <a:off x="619125" y="39719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7F3EA"/>
                </a:solidFill>
                <a:latin typeface="Arial"/>
                <a:ea typeface="Arial"/>
                <a:cs typeface="Arial"/>
              </a:defRPr>
            </a:pPr>
            <a:r>
              <a:rPr sz="2325" b="0">
                <a:solidFill>
                  <a:srgbClr val="F7F3EA"/>
                </a:solidFill>
                <a:latin typeface="Arial"/>
                <a:ea typeface="Arial"/>
                <a:cs typeface="Arial"/>
              </a:rPr>
              <a:t>Context and source still matter.</a:t>
            </a:r>
          </a:p>
        </p:txBody>
      </p:sp>
      <p:sp>
        <p:nvSpPr>
          <p:cNvPr id="8" name="Rectangle 7">
            <a:extLst xmlns:a="http://schemas.openxmlformats.org/drawingml/2006/main">
              <a:ext uri="{FF2B5EF4-FFF2-40B4-BE49-F238E27FC236}">
                <a16:creationId xmlns:a16="http://schemas.microsoft.com/office/drawing/2014/main" id="{8333B785-E730-450E-B43F-3F41C6ACBB87}"/>
              </a:ext>
            </a:extLst>
          </p:cNvPr>
          <p:cNvSpPr>
            <a:spLocks xmlns:a="http://schemas.openxmlformats.org/drawingml/2006/main" noGrp="1"/>
          </p:cNvSpPr>
          <p:nvPr/>
        </p:nvSpPr>
        <p:spPr>
          <a:xfrm xmlns:a="http://schemas.openxmlformats.org/drawingml/2006/main">
            <a:off x="619125" y="47815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83E0D0"/>
                </a:solidFill>
                <a:latin typeface="Arial"/>
                <a:ea typeface="Arial"/>
                <a:cs typeface="Arial"/>
              </a:defRPr>
            </a:pPr>
            <a:r>
              <a:rPr sz="2550" b="1">
                <a:solidFill>
                  <a:srgbClr val="83E0D0"/>
                </a:solidFill>
                <a:latin typeface="Arial"/>
                <a:ea typeface="Arial"/>
                <a:cs typeface="Arial"/>
              </a:rPr>
              <a:t>No log = no event?</a:t>
            </a:r>
          </a:p>
        </p:txBody>
      </p:sp>
      <p:sp>
        <p:nvSpPr>
          <p:cNvPr id="9" name="Rectangle 8">
            <a:extLst xmlns:a="http://schemas.openxmlformats.org/drawingml/2006/main">
              <a:ext uri="{FF2B5EF4-FFF2-40B4-BE49-F238E27FC236}">
                <a16:creationId xmlns:a16="http://schemas.microsoft.com/office/drawing/2014/main" id="{DD3D067F-E4C5-41C8-8509-A261121611FB}"/>
              </a:ext>
            </a:extLst>
          </p:cNvPr>
          <p:cNvSpPr>
            <a:spLocks xmlns:a="http://schemas.openxmlformats.org/drawingml/2006/main" noGrp="1"/>
          </p:cNvSpPr>
          <p:nvPr/>
        </p:nvSpPr>
        <p:spPr>
          <a:xfrm xmlns:a="http://schemas.openxmlformats.org/drawingml/2006/main">
            <a:off x="619125" y="536257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7F3EA"/>
                </a:solidFill>
                <a:latin typeface="Arial"/>
                <a:ea typeface="Arial"/>
                <a:cs typeface="Arial"/>
              </a:defRPr>
            </a:pPr>
            <a:r>
              <a:rPr sz="2325" b="0">
                <a:solidFill>
                  <a:srgbClr val="F7F3EA"/>
                </a:solidFill>
                <a:latin typeface="Arial"/>
                <a:ea typeface="Arial"/>
                <a:cs typeface="Arial"/>
              </a:rPr>
              <a:t>Logging may be incomplete.</a:t>
            </a:r>
          </a:p>
        </p:txBody>
      </p:sp>
    </p:spTree>
    <p:extLst>
      <p:ext uri="{BB962C8B-B14F-4D97-AF65-F5344CB8AC3E}">
        <p14:creationId xmlns:p14="http://schemas.microsoft.com/office/powerpoint/2010/main" val="1982731628"/>
      </p:ext>
    </p:extLst>
  </p:cSld>
</p:sld>
</file>

<file path=ppt/slides/slide3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21D43751-2C2F-40AD-A6E4-53E15A6FBF09}"/>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00C2E7FE-1EB9-4955-A7D2-A85CFA1E4CD8}"/>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31</a:t>
            </a:r>
          </a:p>
        </p:txBody>
      </p:sp>
      <p:sp>
        <p:nvSpPr>
          <p:cNvPr id="3" name="Rectangle 2">
            <a:extLst xmlns:a="http://schemas.openxmlformats.org/drawingml/2006/main">
              <a:ext uri="{FF2B5EF4-FFF2-40B4-BE49-F238E27FC236}">
                <a16:creationId xmlns:a16="http://schemas.microsoft.com/office/drawing/2014/main" id="{3761EE16-9C7A-4326-8FA9-CBEB71ECD045}"/>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Skills you can build now</a:t>
            </a:r>
          </a:p>
        </p:txBody>
      </p:sp>
      <p:sp>
        <p:nvSpPr>
          <p:cNvPr id="4" name="Rectangle 3">
            <a:extLst xmlns:a="http://schemas.openxmlformats.org/drawingml/2006/main">
              <a:ext uri="{FF2B5EF4-FFF2-40B4-BE49-F238E27FC236}">
                <a16:creationId xmlns:a16="http://schemas.microsoft.com/office/drawing/2014/main" id="{4A6028F6-A309-427C-ADA2-356DB4201A02}"/>
              </a:ext>
            </a:extLst>
          </p:cNvPr>
          <p:cNvSpPr>
            <a:spLocks xmlns:a="http://schemas.openxmlformats.org/drawingml/2006/main" noGrp="1"/>
          </p:cNvSpPr>
          <p:nvPr/>
        </p:nvSpPr>
        <p:spPr>
          <a:xfrm xmlns:a="http://schemas.openxmlformats.org/drawingml/2006/main">
            <a:off x="619125" y="2171700"/>
            <a:ext cx="542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087D82"/>
                </a:solidFill>
                <a:latin typeface="Arial"/>
                <a:ea typeface="Arial"/>
                <a:cs typeface="Arial"/>
              </a:defRPr>
            </a:pPr>
            <a:r>
              <a:rPr sz="2775" b="1">
                <a:solidFill>
                  <a:srgbClr val="087D82"/>
                </a:solidFill>
                <a:latin typeface="Arial"/>
                <a:ea typeface="Arial"/>
                <a:cs typeface="Arial"/>
              </a:rPr>
              <a:t>Files &amp; folders</a:t>
            </a:r>
          </a:p>
        </p:txBody>
      </p:sp>
      <p:sp>
        <p:nvSpPr>
          <p:cNvPr id="5" name="Rectangle 4">
            <a:extLst xmlns:a="http://schemas.openxmlformats.org/drawingml/2006/main">
              <a:ext uri="{FF2B5EF4-FFF2-40B4-BE49-F238E27FC236}">
                <a16:creationId xmlns:a16="http://schemas.microsoft.com/office/drawing/2014/main" id="{D951B1B6-022D-43F2-9B3E-F93B0EF65B3E}"/>
              </a:ext>
            </a:extLst>
          </p:cNvPr>
          <p:cNvSpPr>
            <a:spLocks xmlns:a="http://schemas.openxmlformats.org/drawingml/2006/main" noGrp="1"/>
          </p:cNvSpPr>
          <p:nvPr/>
        </p:nvSpPr>
        <p:spPr>
          <a:xfrm xmlns:a="http://schemas.openxmlformats.org/drawingml/2006/main">
            <a:off x="619125" y="2905125"/>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02B3A"/>
                </a:solidFill>
                <a:latin typeface="Arial"/>
                <a:ea typeface="Arial"/>
                <a:cs typeface="Arial"/>
              </a:defRPr>
            </a:pPr>
            <a:r>
              <a:rPr sz="2250" b="0">
                <a:solidFill>
                  <a:srgbClr val="102B3A"/>
                </a:solidFill>
                <a:latin typeface="Arial"/>
                <a:ea typeface="Arial"/>
                <a:cs typeface="Arial"/>
              </a:rPr>
              <a:t>Find and describe information</a:t>
            </a:r>
          </a:p>
        </p:txBody>
      </p:sp>
      <p:sp>
        <p:nvSpPr>
          <p:cNvPr id="6" name="Rectangle 5">
            <a:extLst xmlns:a="http://schemas.openxmlformats.org/drawingml/2006/main">
              <a:ext uri="{FF2B5EF4-FFF2-40B4-BE49-F238E27FC236}">
                <a16:creationId xmlns:a16="http://schemas.microsoft.com/office/drawing/2014/main" id="{6407D7EE-6A46-4E25-9728-51C2C2C71929}"/>
              </a:ext>
            </a:extLst>
          </p:cNvPr>
          <p:cNvSpPr>
            <a:spLocks xmlns:a="http://schemas.openxmlformats.org/drawingml/2006/main" noGrp="1"/>
          </p:cNvSpPr>
          <p:nvPr/>
        </p:nvSpPr>
        <p:spPr>
          <a:xfrm xmlns:a="http://schemas.openxmlformats.org/drawingml/2006/main">
            <a:off x="6524625" y="2171700"/>
            <a:ext cx="542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087D82"/>
                </a:solidFill>
                <a:latin typeface="Arial"/>
                <a:ea typeface="Arial"/>
                <a:cs typeface="Arial"/>
              </a:defRPr>
            </a:pPr>
            <a:r>
              <a:rPr sz="2775" b="1">
                <a:solidFill>
                  <a:srgbClr val="087D82"/>
                </a:solidFill>
                <a:latin typeface="Arial"/>
                <a:ea typeface="Arial"/>
                <a:cs typeface="Arial"/>
              </a:rPr>
              <a:t>Dates &amp; logs</a:t>
            </a:r>
          </a:p>
        </p:txBody>
      </p:sp>
      <p:sp>
        <p:nvSpPr>
          <p:cNvPr id="7" name="Rectangle 6">
            <a:extLst xmlns:a="http://schemas.openxmlformats.org/drawingml/2006/main">
              <a:ext uri="{FF2B5EF4-FFF2-40B4-BE49-F238E27FC236}">
                <a16:creationId xmlns:a16="http://schemas.microsoft.com/office/drawing/2014/main" id="{5C0A00BA-3CE9-455E-863E-7F710FDB6C74}"/>
              </a:ext>
            </a:extLst>
          </p:cNvPr>
          <p:cNvSpPr>
            <a:spLocks xmlns:a="http://schemas.openxmlformats.org/drawingml/2006/main" noGrp="1"/>
          </p:cNvSpPr>
          <p:nvPr/>
        </p:nvSpPr>
        <p:spPr>
          <a:xfrm xmlns:a="http://schemas.openxmlformats.org/drawingml/2006/main">
            <a:off x="6524625" y="2905125"/>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02B3A"/>
                </a:solidFill>
                <a:latin typeface="Arial"/>
                <a:ea typeface="Arial"/>
                <a:cs typeface="Arial"/>
              </a:defRPr>
            </a:pPr>
            <a:r>
              <a:rPr sz="2250" b="0">
                <a:solidFill>
                  <a:srgbClr val="102B3A"/>
                </a:solidFill>
                <a:latin typeface="Arial"/>
                <a:ea typeface="Arial"/>
                <a:cs typeface="Arial"/>
              </a:rPr>
              <a:t>Read records in context</a:t>
            </a:r>
          </a:p>
        </p:txBody>
      </p:sp>
      <p:sp>
        <p:nvSpPr>
          <p:cNvPr id="8" name="Rectangle 7">
            <a:extLst xmlns:a="http://schemas.openxmlformats.org/drawingml/2006/main">
              <a:ext uri="{FF2B5EF4-FFF2-40B4-BE49-F238E27FC236}">
                <a16:creationId xmlns:a16="http://schemas.microsoft.com/office/drawing/2014/main" id="{26C53A2B-FDFB-437D-81ED-33DDC3C85FE8}"/>
              </a:ext>
            </a:extLst>
          </p:cNvPr>
          <p:cNvSpPr>
            <a:spLocks xmlns:a="http://schemas.openxmlformats.org/drawingml/2006/main" noGrp="1"/>
          </p:cNvSpPr>
          <p:nvPr/>
        </p:nvSpPr>
        <p:spPr>
          <a:xfrm xmlns:a="http://schemas.openxmlformats.org/drawingml/2006/main">
            <a:off x="619125" y="4029075"/>
            <a:ext cx="542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087D82"/>
                </a:solidFill>
                <a:latin typeface="Arial"/>
                <a:ea typeface="Arial"/>
                <a:cs typeface="Arial"/>
              </a:defRPr>
            </a:pPr>
            <a:r>
              <a:rPr sz="2775" b="1">
                <a:solidFill>
                  <a:srgbClr val="087D82"/>
                </a:solidFill>
                <a:latin typeface="Arial"/>
                <a:ea typeface="Arial"/>
                <a:cs typeface="Arial"/>
              </a:rPr>
              <a:t>Systems &amp; networks</a:t>
            </a:r>
          </a:p>
        </p:txBody>
      </p:sp>
      <p:sp>
        <p:nvSpPr>
          <p:cNvPr id="9" name="Rectangle 8">
            <a:extLst xmlns:a="http://schemas.openxmlformats.org/drawingml/2006/main">
              <a:ext uri="{FF2B5EF4-FFF2-40B4-BE49-F238E27FC236}">
                <a16:creationId xmlns:a16="http://schemas.microsoft.com/office/drawing/2014/main" id="{0E6FFFCE-3CA9-4025-98EB-6077AA8026E0}"/>
              </a:ext>
            </a:extLst>
          </p:cNvPr>
          <p:cNvSpPr>
            <a:spLocks xmlns:a="http://schemas.openxmlformats.org/drawingml/2006/main" noGrp="1"/>
          </p:cNvSpPr>
          <p:nvPr/>
        </p:nvSpPr>
        <p:spPr>
          <a:xfrm xmlns:a="http://schemas.openxmlformats.org/drawingml/2006/main">
            <a:off x="619125" y="4762500"/>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02B3A"/>
                </a:solidFill>
                <a:latin typeface="Arial"/>
                <a:ea typeface="Arial"/>
                <a:cs typeface="Arial"/>
              </a:defRPr>
            </a:pPr>
            <a:r>
              <a:rPr sz="2250" b="0">
                <a:solidFill>
                  <a:srgbClr val="102B3A"/>
                </a:solidFill>
                <a:latin typeface="Arial"/>
                <a:ea typeface="Arial"/>
                <a:cs typeface="Arial"/>
              </a:rPr>
              <a:t>Understand where traces arise</a:t>
            </a:r>
          </a:p>
        </p:txBody>
      </p:sp>
      <p:sp>
        <p:nvSpPr>
          <p:cNvPr id="10" name="Rectangle 9">
            <a:extLst xmlns:a="http://schemas.openxmlformats.org/drawingml/2006/main">
              <a:ext uri="{FF2B5EF4-FFF2-40B4-BE49-F238E27FC236}">
                <a16:creationId xmlns:a16="http://schemas.microsoft.com/office/drawing/2014/main" id="{A31E80AE-DFF9-4CBE-9B2E-89CEACB0B4D3}"/>
              </a:ext>
            </a:extLst>
          </p:cNvPr>
          <p:cNvSpPr>
            <a:spLocks xmlns:a="http://schemas.openxmlformats.org/drawingml/2006/main" noGrp="1"/>
          </p:cNvSpPr>
          <p:nvPr/>
        </p:nvSpPr>
        <p:spPr>
          <a:xfrm xmlns:a="http://schemas.openxmlformats.org/drawingml/2006/main">
            <a:off x="6524625" y="4029075"/>
            <a:ext cx="542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087D82"/>
                </a:solidFill>
                <a:latin typeface="Arial"/>
                <a:ea typeface="Arial"/>
                <a:cs typeface="Arial"/>
              </a:defRPr>
            </a:pPr>
            <a:r>
              <a:rPr sz="2775" b="1">
                <a:solidFill>
                  <a:srgbClr val="087D82"/>
                </a:solidFill>
                <a:latin typeface="Arial"/>
                <a:ea typeface="Arial"/>
                <a:cs typeface="Arial"/>
              </a:rPr>
              <a:t>Clear writing</a:t>
            </a:r>
          </a:p>
        </p:txBody>
      </p:sp>
      <p:sp>
        <p:nvSpPr>
          <p:cNvPr id="11" name="Rectangle 10">
            <a:extLst xmlns:a="http://schemas.openxmlformats.org/drawingml/2006/main">
              <a:ext uri="{FF2B5EF4-FFF2-40B4-BE49-F238E27FC236}">
                <a16:creationId xmlns:a16="http://schemas.microsoft.com/office/drawing/2014/main" id="{65663863-0E62-42BA-9D68-9E5FF3769834}"/>
              </a:ext>
            </a:extLst>
          </p:cNvPr>
          <p:cNvSpPr>
            <a:spLocks xmlns:a="http://schemas.openxmlformats.org/drawingml/2006/main" noGrp="1"/>
          </p:cNvSpPr>
          <p:nvPr/>
        </p:nvSpPr>
        <p:spPr>
          <a:xfrm xmlns:a="http://schemas.openxmlformats.org/drawingml/2006/main">
            <a:off x="6524625" y="4762500"/>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02B3A"/>
                </a:solidFill>
                <a:latin typeface="Arial"/>
                <a:ea typeface="Arial"/>
                <a:cs typeface="Arial"/>
              </a:defRPr>
            </a:pPr>
            <a:r>
              <a:rPr sz="2250" b="0">
                <a:solidFill>
                  <a:srgbClr val="102B3A"/>
                </a:solidFill>
                <a:latin typeface="Arial"/>
                <a:ea typeface="Arial"/>
                <a:cs typeface="Arial"/>
              </a:rPr>
              <a:t>Explain findings and limitations</a:t>
            </a:r>
          </a:p>
        </p:txBody>
      </p:sp>
      <p:sp>
        <p:nvSpPr>
          <p:cNvPr id="12" name="Rectangle 11">
            <a:extLst xmlns:a="http://schemas.openxmlformats.org/drawingml/2006/main">
              <a:ext uri="{FF2B5EF4-FFF2-40B4-BE49-F238E27FC236}">
                <a16:creationId xmlns:a16="http://schemas.microsoft.com/office/drawing/2014/main" id="{33E41A70-88D6-4991-8C11-FB43C8BCCF6F}"/>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You can begin before learning to code.</a:t>
            </a:r>
          </a:p>
        </p:txBody>
      </p:sp>
    </p:spTree>
    <p:extLst>
      <p:ext uri="{BB962C8B-B14F-4D97-AF65-F5344CB8AC3E}">
        <p14:creationId xmlns:p14="http://schemas.microsoft.com/office/powerpoint/2010/main" val="807074416"/>
      </p:ext>
    </p:extLst>
  </p:cSld>
</p:sld>
</file>

<file path=ppt/slides/slide31.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1355518C-D9BB-4C0A-AC17-7478B93CE964}"/>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3E0D0"/>
                </a:solidFill>
                <a:latin typeface="Arial"/>
                <a:ea typeface="Arial"/>
                <a:cs typeface="Arial"/>
              </a:defRPr>
            </a:pPr>
            <a:r>
              <a:rPr sz="1200" b="1">
                <a:solidFill>
                  <a:srgbClr val="83E0D0"/>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EFF8E6FF-3492-46E9-971A-A3169F857810}"/>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33</a:t>
            </a:r>
          </a:p>
        </p:txBody>
      </p:sp>
      <p:sp>
        <p:nvSpPr>
          <p:cNvPr id="3" name="Rectangle 2">
            <a:extLst xmlns:a="http://schemas.openxmlformats.org/drawingml/2006/main">
              <a:ext uri="{FF2B5EF4-FFF2-40B4-BE49-F238E27FC236}">
                <a16:creationId xmlns:a16="http://schemas.microsoft.com/office/drawing/2014/main" id="{9E997F6F-5EB8-4944-BC74-DC4366554645}"/>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F7F3EA"/>
                </a:solidFill>
                <a:latin typeface="Arial"/>
                <a:ea typeface="Arial"/>
                <a:cs typeface="Arial"/>
              </a:defRPr>
            </a:pPr>
            <a:r>
              <a:rPr sz="3900" b="1">
                <a:solidFill>
                  <a:srgbClr val="F7F3EA"/>
                </a:solidFill>
                <a:latin typeface="Arial"/>
                <a:ea typeface="Arial"/>
                <a:cs typeface="Arial"/>
              </a:rPr>
              <a:t>Can you explain it simply?</a:t>
            </a:r>
          </a:p>
        </p:txBody>
      </p:sp>
      <p:sp>
        <p:nvSpPr>
          <p:cNvPr id="4" name="Rectangle 3">
            <a:extLst xmlns:a="http://schemas.openxmlformats.org/drawingml/2006/main">
              <a:ext uri="{FF2B5EF4-FFF2-40B4-BE49-F238E27FC236}">
                <a16:creationId xmlns:a16="http://schemas.microsoft.com/office/drawing/2014/main" id="{F96BBAC4-DC12-42E7-8710-681898C8904D}"/>
              </a:ext>
            </a:extLst>
          </p:cNvPr>
          <p:cNvSpPr>
            <a:spLocks xmlns:a="http://schemas.openxmlformats.org/drawingml/2006/main" noGrp="1"/>
          </p:cNvSpPr>
          <p:nvPr/>
        </p:nvSpPr>
        <p:spPr>
          <a:xfrm xmlns:a="http://schemas.openxmlformats.org/drawingml/2006/main">
            <a:off x="619125" y="210502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950" b="1">
                <a:solidFill>
                  <a:srgbClr val="83E0D0"/>
                </a:solidFill>
                <a:latin typeface="Arial"/>
                <a:ea typeface="Arial"/>
                <a:cs typeface="Arial"/>
              </a:defRPr>
            </a:pPr>
            <a:r>
              <a:rPr sz="4950" b="1">
                <a:solidFill>
                  <a:srgbClr val="83E0D0"/>
                </a:solidFill>
                <a:latin typeface="Arial"/>
                <a:ea typeface="Arial"/>
                <a:cs typeface="Arial"/>
              </a:rPr>
              <a:t>HASH</a:t>
            </a:r>
          </a:p>
        </p:txBody>
      </p:sp>
      <p:sp>
        <p:nvSpPr>
          <p:cNvPr id="5" name="Rectangle 4">
            <a:extLst xmlns:a="http://schemas.openxmlformats.org/drawingml/2006/main">
              <a:ext uri="{FF2B5EF4-FFF2-40B4-BE49-F238E27FC236}">
                <a16:creationId xmlns:a16="http://schemas.microsoft.com/office/drawing/2014/main" id="{83C4C309-2775-4A4A-B628-2CA4F83FC8E8}"/>
              </a:ext>
            </a:extLst>
          </p:cNvPr>
          <p:cNvSpPr>
            <a:spLocks xmlns:a="http://schemas.openxmlformats.org/drawingml/2006/main" noGrp="1"/>
          </p:cNvSpPr>
          <p:nvPr/>
        </p:nvSpPr>
        <p:spPr>
          <a:xfrm xmlns:a="http://schemas.openxmlformats.org/drawingml/2006/main">
            <a:off x="619125" y="3438525"/>
            <a:ext cx="50006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0">
                <a:solidFill>
                  <a:srgbClr val="F7F3EA"/>
                </a:solidFill>
                <a:latin typeface="Arial"/>
                <a:ea typeface="Arial"/>
                <a:cs typeface="Arial"/>
              </a:defRPr>
            </a:pPr>
            <a:r>
              <a:rPr sz="2700" b="0">
                <a:solidFill>
                  <a:srgbClr val="F7F3EA"/>
                </a:solidFill>
                <a:latin typeface="Arial"/>
                <a:ea typeface="Arial"/>
                <a:cs typeface="Arial"/>
              </a:rPr>
              <a:t>What does it check?</a:t>
            </a:r>
          </a:p>
        </p:txBody>
      </p:sp>
      <p:sp>
        <p:nvSpPr>
          <p:cNvPr id="6" name="Rectangle 5">
            <a:extLst xmlns:a="http://schemas.openxmlformats.org/drawingml/2006/main">
              <a:ext uri="{FF2B5EF4-FFF2-40B4-BE49-F238E27FC236}">
                <a16:creationId xmlns:a16="http://schemas.microsoft.com/office/drawing/2014/main" id="{577E997D-9AB0-4D3B-AF21-2B58D3871C60}"/>
              </a:ext>
            </a:extLst>
          </p:cNvPr>
          <p:cNvSpPr>
            <a:spLocks xmlns:a="http://schemas.openxmlformats.org/drawingml/2006/main" noGrp="1"/>
          </p:cNvSpPr>
          <p:nvPr/>
        </p:nvSpPr>
        <p:spPr>
          <a:xfrm xmlns:a="http://schemas.openxmlformats.org/drawingml/2006/main">
            <a:off x="6762750" y="2095500"/>
            <a:ext cx="49530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500" b="1">
                <a:solidFill>
                  <a:srgbClr val="F8BD63"/>
                </a:solidFill>
                <a:latin typeface="Arial"/>
                <a:ea typeface="Arial"/>
                <a:cs typeface="Arial"/>
              </a:defRPr>
            </a:pPr>
            <a:r>
              <a:rPr sz="4500" b="1">
                <a:solidFill>
                  <a:srgbClr val="F8BD63"/>
                </a:solidFill>
                <a:latin typeface="Arial"/>
                <a:ea typeface="Arial"/>
                <a:cs typeface="Arial"/>
              </a:rPr>
              <a:t>CHAIN OF</a:t>
            </a:r>
          </a:p>
          <a:p xmlns:a="http://schemas.openxmlformats.org/drawingml/2006/main">
            <a:pPr>
              <a:buNone/>
              <a:defRPr sz="4500" b="1">
                <a:solidFill>
                  <a:srgbClr val="F8BD63"/>
                </a:solidFill>
                <a:latin typeface="Arial"/>
                <a:ea typeface="Arial"/>
                <a:cs typeface="Arial"/>
              </a:defRPr>
            </a:pPr>
            <a:r>
              <a:rPr sz="4500" b="1">
                <a:solidFill>
                  <a:srgbClr val="F8BD63"/>
                </a:solidFill>
                <a:latin typeface="Arial"/>
                <a:ea typeface="Arial"/>
                <a:cs typeface="Arial"/>
              </a:rPr>
              <a:t>CUSTODY</a:t>
            </a:r>
          </a:p>
        </p:txBody>
      </p:sp>
      <p:sp>
        <p:nvSpPr>
          <p:cNvPr id="7" name="Rectangle 6">
            <a:extLst xmlns:a="http://schemas.openxmlformats.org/drawingml/2006/main">
              <a:ext uri="{FF2B5EF4-FFF2-40B4-BE49-F238E27FC236}">
                <a16:creationId xmlns:a16="http://schemas.microsoft.com/office/drawing/2014/main" id="{DB49CF37-9DAA-4F63-87DA-BC737128FA64}"/>
              </a:ext>
            </a:extLst>
          </p:cNvPr>
          <p:cNvSpPr>
            <a:spLocks xmlns:a="http://schemas.openxmlformats.org/drawingml/2006/main" noGrp="1"/>
          </p:cNvSpPr>
          <p:nvPr/>
        </p:nvSpPr>
        <p:spPr>
          <a:xfrm xmlns:a="http://schemas.openxmlformats.org/drawingml/2006/main">
            <a:off x="6762750" y="4238625"/>
            <a:ext cx="4810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0">
                <a:solidFill>
                  <a:srgbClr val="F7F3EA"/>
                </a:solidFill>
                <a:latin typeface="Arial"/>
                <a:ea typeface="Arial"/>
                <a:cs typeface="Arial"/>
              </a:defRPr>
            </a:pPr>
            <a:r>
              <a:rPr sz="2700" b="0">
                <a:solidFill>
                  <a:srgbClr val="F7F3EA"/>
                </a:solidFill>
                <a:latin typeface="Arial"/>
                <a:ea typeface="Arial"/>
                <a:cs typeface="Arial"/>
              </a:rPr>
              <a:t>What does it record?</a:t>
            </a:r>
          </a:p>
        </p:txBody>
      </p:sp>
      <p:sp>
        <p:nvSpPr>
          <p:cNvPr id="8" name="Rectangle 7">
            <a:extLst xmlns:a="http://schemas.openxmlformats.org/drawingml/2006/main">
              <a:ext uri="{FF2B5EF4-FFF2-40B4-BE49-F238E27FC236}">
                <a16:creationId xmlns:a16="http://schemas.microsoft.com/office/drawing/2014/main" id="{62586FC3-6F0F-4F93-A567-5DC4CA0D3F81}"/>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83E0D0"/>
                </a:solidFill>
                <a:latin typeface="Arial"/>
                <a:ea typeface="Arial"/>
                <a:cs typeface="Arial"/>
              </a:defRPr>
            </a:pPr>
            <a:r>
              <a:rPr sz="1275" b="0">
                <a:solidFill>
                  <a:srgbClr val="83E0D0"/>
                </a:solidFill>
                <a:latin typeface="Arial"/>
                <a:ea typeface="Arial"/>
                <a:cs typeface="Arial"/>
              </a:rPr>
              <a:t>EXPLAIN IT TO A FRIEND · No technical wording needed.</a:t>
            </a:r>
          </a:p>
        </p:txBody>
      </p:sp>
    </p:spTree>
    <p:extLst>
      <p:ext uri="{BB962C8B-B14F-4D97-AF65-F5344CB8AC3E}">
        <p14:creationId xmlns:p14="http://schemas.microsoft.com/office/powerpoint/2010/main" val="1936652927"/>
      </p:ext>
    </p:extLst>
  </p:cSld>
</p:sld>
</file>

<file path=ppt/slides/slide3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E569045B-296D-400F-AAF6-3B3C13D0731F}"/>
              </a:ext>
            </a:extLst>
          </p:cNvPr>
          <p:cNvSpPr>
            <a:spLocks xmlns:a="http://schemas.openxmlformats.org/drawingml/2006/main" noGrp="1"/>
          </p:cNvSpPr>
          <p:nvPr/>
        </p:nvSpPr>
        <p:spPr>
          <a:xfrm xmlns:a="http://schemas.openxmlformats.org/drawingml/2006/main">
            <a:off x="590550" y="25717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87D82"/>
                </a:solidFill>
                <a:latin typeface="Arial"/>
                <a:ea typeface="Arial"/>
                <a:cs typeface="Arial"/>
              </a:defRPr>
            </a:pPr>
            <a:r>
              <a:rPr sz="1200" b="1">
                <a:solidFill>
                  <a:srgbClr val="087D82"/>
                </a:solidFill>
                <a:latin typeface="Arial"/>
                <a:ea typeface="Arial"/>
                <a:cs typeface="Arial"/>
              </a:rPr>
              <a:t>AUCSS  /  DIGITAL FORENSICS 101</a:t>
            </a:r>
          </a:p>
        </p:txBody>
      </p:sp>
      <p:sp>
        <p:nvSpPr>
          <p:cNvPr id="2" name="Rectangle 1">
            <a:extLst xmlns:a="http://schemas.openxmlformats.org/drawingml/2006/main">
              <a:ext uri="{FF2B5EF4-FFF2-40B4-BE49-F238E27FC236}">
                <a16:creationId xmlns:a16="http://schemas.microsoft.com/office/drawing/2014/main" id="{76B702E4-A8EC-4BC7-BEB5-058FCFD5CED9}"/>
              </a:ext>
            </a:extLst>
          </p:cNvPr>
          <p:cNvSpPr>
            <a:spLocks xmlns:a="http://schemas.openxmlformats.org/drawingml/2006/main" noGrp="1"/>
          </p:cNvSpPr>
          <p:nvPr/>
        </p:nvSpPr>
        <p:spPr>
          <a:xfrm xmlns:a="http://schemas.openxmlformats.org/drawingml/2006/main">
            <a:off x="11334750" y="63246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34</a:t>
            </a:r>
          </a:p>
        </p:txBody>
      </p:sp>
      <p:sp>
        <p:nvSpPr>
          <p:cNvPr id="3" name="Rectangle 2">
            <a:extLst xmlns:a="http://schemas.openxmlformats.org/drawingml/2006/main">
              <a:ext uri="{FF2B5EF4-FFF2-40B4-BE49-F238E27FC236}">
                <a16:creationId xmlns:a16="http://schemas.microsoft.com/office/drawing/2014/main" id="{14593900-BD5C-4BFE-8EDC-626470F15C5A}"/>
              </a:ext>
            </a:extLst>
          </p:cNvPr>
          <p:cNvSpPr>
            <a:spLocks xmlns:a="http://schemas.openxmlformats.org/drawingml/2006/main" noGrp="1"/>
          </p:cNvSpPr>
          <p:nvPr/>
        </p:nvSpPr>
        <p:spPr>
          <a:xfrm xmlns:a="http://schemas.openxmlformats.org/drawingml/2006/main">
            <a:off x="571500" y="638175"/>
            <a:ext cx="1104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00" b="1">
                <a:solidFill>
                  <a:srgbClr val="102B3A"/>
                </a:solidFill>
                <a:latin typeface="Arial"/>
                <a:ea typeface="Arial"/>
                <a:cs typeface="Arial"/>
              </a:defRPr>
            </a:pPr>
            <a:r>
              <a:rPr sz="3900" b="1">
                <a:solidFill>
                  <a:srgbClr val="102B3A"/>
                </a:solidFill>
                <a:latin typeface="Arial"/>
                <a:ea typeface="Arial"/>
                <a:cs typeface="Arial"/>
              </a:rPr>
              <a:t>Questions and next steps</a:t>
            </a:r>
          </a:p>
        </p:txBody>
      </p:sp>
      <p:sp>
        <p:nvSpPr>
          <p:cNvPr id="4" name="Rectangle 3">
            <a:extLst xmlns:a="http://schemas.openxmlformats.org/drawingml/2006/main">
              <a:ext uri="{FF2B5EF4-FFF2-40B4-BE49-F238E27FC236}">
                <a16:creationId xmlns:a16="http://schemas.microsoft.com/office/drawing/2014/main" id="{E2571D59-4882-49CB-949B-4F446CA9B25D}"/>
              </a:ext>
            </a:extLst>
          </p:cNvPr>
          <p:cNvSpPr>
            <a:spLocks xmlns:a="http://schemas.openxmlformats.org/drawingml/2006/main" noGrp="1"/>
          </p:cNvSpPr>
          <p:nvPr/>
        </p:nvSpPr>
        <p:spPr>
          <a:xfrm xmlns:a="http://schemas.openxmlformats.org/drawingml/2006/main">
            <a:off x="619125" y="2066925"/>
            <a:ext cx="4762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925" b="1">
                <a:solidFill>
                  <a:srgbClr val="102B3A"/>
                </a:solidFill>
                <a:latin typeface="Arial"/>
                <a:ea typeface="Arial"/>
                <a:cs typeface="Arial"/>
              </a:defRPr>
            </a:pPr>
            <a:r>
              <a:rPr sz="8925" b="1">
                <a:solidFill>
                  <a:srgbClr val="102B3A"/>
                </a:solidFill>
                <a:latin typeface="Arial"/>
                <a:ea typeface="Arial"/>
                <a:cs typeface="Arial"/>
              </a:rPr>
              <a:t>Q&amp;A</a:t>
            </a:r>
          </a:p>
        </p:txBody>
      </p:sp>
      <p:sp>
        <p:nvSpPr>
          <p:cNvPr id="5" name="Rectangle 4">
            <a:extLst xmlns:a="http://schemas.openxmlformats.org/drawingml/2006/main">
              <a:ext uri="{FF2B5EF4-FFF2-40B4-BE49-F238E27FC236}">
                <a16:creationId xmlns:a16="http://schemas.microsoft.com/office/drawing/2014/main" id="{CEDF0D8C-6B4F-47C0-8AF6-EB03A1CF079E}"/>
              </a:ext>
            </a:extLst>
          </p:cNvPr>
          <p:cNvSpPr>
            <a:spLocks xmlns:a="http://schemas.openxmlformats.org/drawingml/2006/main" noGrp="1"/>
          </p:cNvSpPr>
          <p:nvPr/>
        </p:nvSpPr>
        <p:spPr>
          <a:xfrm xmlns:a="http://schemas.openxmlformats.org/drawingml/2006/main">
            <a:off x="619125" y="397192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087D82"/>
                </a:solidFill>
                <a:latin typeface="Arial"/>
                <a:ea typeface="Arial"/>
                <a:cs typeface="Arial"/>
              </a:defRPr>
            </a:pPr>
            <a:r>
              <a:rPr sz="2700" b="1">
                <a:solidFill>
                  <a:srgbClr val="087D82"/>
                </a:solidFill>
                <a:latin typeface="Arial"/>
                <a:ea typeface="Arial"/>
                <a:cs typeface="Arial"/>
              </a:rPr>
              <a:t>Explore after the session</a:t>
            </a:r>
          </a:p>
        </p:txBody>
      </p:sp>
      <p:sp>
        <p:nvSpPr>
          <p:cNvPr id="6" name="Rectangle 5">
            <a:extLst xmlns:a="http://schemas.openxmlformats.org/drawingml/2006/main">
              <a:ext uri="{FF2B5EF4-FFF2-40B4-BE49-F238E27FC236}">
                <a16:creationId xmlns:a16="http://schemas.microsoft.com/office/drawing/2014/main" id="{541975BC-422D-4644-B0D3-9AD3227EDAB0}"/>
              </a:ext>
            </a:extLst>
          </p:cNvPr>
          <p:cNvSpPr>
            <a:spLocks xmlns:a="http://schemas.openxmlformats.org/drawingml/2006/main" noGrp="1"/>
          </p:cNvSpPr>
          <p:nvPr/>
        </p:nvSpPr>
        <p:spPr>
          <a:xfrm xmlns:a="http://schemas.openxmlformats.org/drawingml/2006/main">
            <a:off x="619125" y="480060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02B3A"/>
                </a:solidFill>
                <a:latin typeface="Arial"/>
                <a:ea typeface="Arial"/>
                <a:cs typeface="Arial"/>
              </a:defRPr>
            </a:pPr>
            <a:r>
              <a:rPr sz="2175" b="0">
                <a:solidFill>
                  <a:srgbClr val="102B3A"/>
                </a:solidFill>
                <a:latin typeface="Arial"/>
                <a:ea typeface="Arial"/>
                <a:cs typeface="Arial"/>
              </a:rPr>
              <a:t>github.com/</a:t>
            </a:r>
            <a:r>
              <a:rPr sz="2175" b="0">
                <a:solidFill>
                  <a:srgbClr val="102B3A"/>
                </a:solidFill>
                <a:latin typeface="Arial"/>
                <a:ea typeface="Arial"/>
                <a:cs typeface="Arial"/>
              </a:rPr>
              <a:t>mikeroyal</a:t>
            </a:r>
            <a:r>
              <a:rPr sz="2175" b="0">
                <a:solidFill>
                  <a:srgbClr val="102B3A"/>
                </a:solidFill>
                <a:latin typeface="Arial"/>
                <a:ea typeface="Arial"/>
                <a:cs typeface="Arial"/>
              </a:rPr>
              <a:t>/Digital-Forensics-Guide</a:t>
            </a:r>
          </a:p>
        </p:txBody>
      </p:sp>
      <p:sp>
        <p:nvSpPr>
          <p:cNvPr id="7" name="Rectangle 6">
            <a:extLst xmlns:a="http://schemas.openxmlformats.org/drawingml/2006/main">
              <a:ext uri="{FF2B5EF4-FFF2-40B4-BE49-F238E27FC236}">
                <a16:creationId xmlns:a16="http://schemas.microsoft.com/office/drawing/2014/main" id="{7EB9AE48-9F9B-4280-9EA7-18ECF0BB073B}"/>
              </a:ext>
            </a:extLst>
          </p:cNvPr>
          <p:cNvSpPr>
            <a:spLocks xmlns:a="http://schemas.openxmlformats.org/drawingml/2006/main" noGrp="1"/>
          </p:cNvSpPr>
          <p:nvPr/>
        </p:nvSpPr>
        <p:spPr>
          <a:xfrm xmlns:a="http://schemas.openxmlformats.org/drawingml/2006/main">
            <a:off x="619125" y="5476875"/>
            <a:ext cx="1085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02B3A"/>
                </a:solidFill>
                <a:latin typeface="Arial"/>
                <a:ea typeface="Arial"/>
                <a:cs typeface="Arial"/>
              </a:defRPr>
            </a:pPr>
            <a:r>
              <a:rPr sz="1875" b="0">
                <a:solidFill>
                  <a:srgbClr val="102B3A"/>
                </a:solidFill>
                <a:latin typeface="Arial"/>
                <a:ea typeface="Arial"/>
                <a:cs typeface="Arial"/>
              </a:rPr>
              <a:t>nist.gov/programs-projects/computer-forensic-reference-data-sets</a:t>
            </a:r>
          </a:p>
        </p:txBody>
      </p:sp>
      <p:sp>
        <p:nvSpPr>
          <p:cNvPr id="8" name="Rectangle 7">
            <a:extLst xmlns:a="http://schemas.openxmlformats.org/drawingml/2006/main">
              <a:ext uri="{FF2B5EF4-FFF2-40B4-BE49-F238E27FC236}">
                <a16:creationId xmlns:a16="http://schemas.microsoft.com/office/drawing/2014/main" id="{9DB4AEF8-B07F-4E7A-B01E-39EC2A54B430}"/>
              </a:ext>
            </a:extLst>
          </p:cNvPr>
          <p:cNvSpPr>
            <a:spLocks xmlns:a="http://schemas.openxmlformats.org/drawingml/2006/main" noGrp="1"/>
          </p:cNvSpPr>
          <p:nvPr/>
        </p:nvSpPr>
        <p:spPr>
          <a:xfrm xmlns:a="http://schemas.openxmlformats.org/drawingml/2006/main">
            <a:off x="590550" y="6315075"/>
            <a:ext cx="1071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087D82"/>
                </a:solidFill>
                <a:latin typeface="Arial"/>
                <a:ea typeface="Arial"/>
                <a:cs typeface="Arial"/>
              </a:defRPr>
            </a:pPr>
            <a:r>
              <a:rPr sz="1275" b="0">
                <a:solidFill>
                  <a:srgbClr val="087D82"/>
                </a:solidFill>
                <a:latin typeface="Arial"/>
                <a:ea typeface="Arial"/>
                <a:cs typeface="Arial"/>
              </a:rPr>
              <a:t>Optional further learning</a:t>
            </a:r>
          </a:p>
        </p:txBody>
      </p:sp>
    </p:spTree>
    <p:extLst>
      <p:ext uri="{BB962C8B-B14F-4D97-AF65-F5344CB8AC3E}">
        <p14:creationId xmlns:p14="http://schemas.microsoft.com/office/powerpoint/2010/main" val="3003079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2026-09-13T23:48:08.0360000Z</dcterms:created>
  <dcterms:modified xsi:type="dcterms:W3CDTF">2026-09-13T23:48:08.0370000Z</dcterms:modified>
</coreProperties>
</file>